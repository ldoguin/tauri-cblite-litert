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8" r:id="rId5"/>
    <p:sldMasterId id="214748368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y="5143500" cx="9144000"/>
  <p:notesSz cx="6858000" cy="9144000"/>
  <p:embeddedFontLst>
    <p:embeddedFont>
      <p:font typeface="Source Code Pro"/>
      <p:regular r:id="rId48"/>
      <p:bold r:id="rId49"/>
      <p:italic r:id="rId50"/>
      <p:boldItalic r:id="rId51"/>
    </p:embeddedFont>
    <p:embeddedFont>
      <p:font typeface="Open Sans SemiBold"/>
      <p:regular r:id="rId52"/>
      <p:bold r:id="rId53"/>
      <p:italic r:id="rId54"/>
      <p:boldItalic r:id="rId55"/>
    </p:embeddedFont>
    <p:embeddedFont>
      <p:font typeface="Open Sans ExtraBold"/>
      <p:bold r:id="rId56"/>
      <p:boldItalic r:id="rId57"/>
    </p:embeddedFont>
    <p:embeddedFont>
      <p:font typeface="Open Sans"/>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4A5781F-18A9-4F84-8F3C-4C15E518FA00}">
  <a:tblStyle styleId="{54A5781F-18A9-4F84-8F3C-4C15E518FA00}"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SourceCodePro-regular.fntdata"/><Relationship Id="rId47" Type="http://schemas.openxmlformats.org/officeDocument/2006/relationships/slide" Target="slides/slide40.xml"/><Relationship Id="rId49" Type="http://schemas.openxmlformats.org/officeDocument/2006/relationships/font" Target="fonts/SourceCodePro-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1" Type="http://schemas.openxmlformats.org/officeDocument/2006/relationships/font" Target="fonts/OpenSans-boldItalic.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OpenSans-italic.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SourceCodePro-boldItalic.fntdata"/><Relationship Id="rId50" Type="http://schemas.openxmlformats.org/officeDocument/2006/relationships/font" Target="fonts/SourceCodePro-italic.fntdata"/><Relationship Id="rId53" Type="http://schemas.openxmlformats.org/officeDocument/2006/relationships/font" Target="fonts/OpenSansSemiBold-bold.fntdata"/><Relationship Id="rId52" Type="http://schemas.openxmlformats.org/officeDocument/2006/relationships/font" Target="fonts/OpenSansSemiBold-regular.fntdata"/><Relationship Id="rId11" Type="http://schemas.openxmlformats.org/officeDocument/2006/relationships/slide" Target="slides/slide4.xml"/><Relationship Id="rId55" Type="http://schemas.openxmlformats.org/officeDocument/2006/relationships/font" Target="fonts/OpenSansSemiBold-boldItalic.fntdata"/><Relationship Id="rId10" Type="http://schemas.openxmlformats.org/officeDocument/2006/relationships/slide" Target="slides/slide3.xml"/><Relationship Id="rId54" Type="http://schemas.openxmlformats.org/officeDocument/2006/relationships/font" Target="fonts/OpenSansSemiBold-italic.fntdata"/><Relationship Id="rId13" Type="http://schemas.openxmlformats.org/officeDocument/2006/relationships/slide" Target="slides/slide6.xml"/><Relationship Id="rId57" Type="http://schemas.openxmlformats.org/officeDocument/2006/relationships/font" Target="fonts/OpenSansExtraBold-boldItalic.fntdata"/><Relationship Id="rId12" Type="http://schemas.openxmlformats.org/officeDocument/2006/relationships/slide" Target="slides/slide5.xml"/><Relationship Id="rId56" Type="http://schemas.openxmlformats.org/officeDocument/2006/relationships/font" Target="fonts/OpenSansExtraBold-bold.fntdata"/><Relationship Id="rId15" Type="http://schemas.openxmlformats.org/officeDocument/2006/relationships/slide" Target="slides/slide8.xml"/><Relationship Id="rId59" Type="http://schemas.openxmlformats.org/officeDocument/2006/relationships/font" Target="fonts/OpenSans-bold.fntdata"/><Relationship Id="rId14" Type="http://schemas.openxmlformats.org/officeDocument/2006/relationships/slide" Target="slides/slide7.xml"/><Relationship Id="rId58" Type="http://schemas.openxmlformats.org/officeDocument/2006/relationships/font" Target="fonts/OpenSans-regular.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2714c9b46d3_1_3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g2714c9b46d3_1_3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714c9b46d3_1_3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3" name="Google Shape;373;g2714c9b46d3_1_3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2714c9b46d3_1_3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0" name="Google Shape;380;g2714c9b46d3_1_3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2714c9b46d3_1_3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7" name="Google Shape;387;g2714c9b46d3_1_3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2714c9b46d3_1_3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3" name="Google Shape;393;g2714c9b46d3_1_3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2714c9b46d3_1_3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9" name="Google Shape;399;g2714c9b46d3_1_3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2714c9b46d3_1_3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5" name="Google Shape;405;g2714c9b46d3_1_3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2714c9b46d3_1_3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g2714c9b46d3_1_3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714c9b46d3_1_3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7" name="Google Shape;417;g2714c9b46d3_1_3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2714c9b46d3_1_3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2" name="Google Shape;422;g2714c9b46d3_1_3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2714c9b46d3_1_3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8" name="Google Shape;428;g2714c9b46d3_1_3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2714c9b46d3_1_3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4" name="Google Shape;434;g2714c9b46d3_1_3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2714c9b46d3_1_3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0" name="Google Shape;440;g2714c9b46d3_1_3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2714c9b46d3_1_3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5" name="Google Shape;445;g2714c9b46d3_1_3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2714c9b46d3_1_38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3" name="Google Shape;453;g2714c9b46d3_1_3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2714c9b46d3_1_3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0" name="Google Shape;460;g2714c9b46d3_1_3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2714c9b46d3_1_3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8" name="Google Shape;468;g2714c9b46d3_1_3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2714c9b46d3_1_4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5" name="Google Shape;475;g2714c9b46d3_1_4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2714c9b46d3_1_40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0" name="Google Shape;480;g2714c9b46d3_1_4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2714c9b46d3_1_4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4" name="Google Shape;494;g2714c9b46d3_1_4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2714c9b46d3_1_4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2714c9b46d3_1_4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2714c9b46d3_1_4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4" name="Google Shape;524;g2714c9b46d3_1_4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2714c9b46d3_1_4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4" name="Google Shape;534;g2714c9b46d3_1_4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2714c9b46d3_1_4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4" name="Google Shape;544;g2714c9b46d3_1_4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2714c9b46d3_1_47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4" name="Google Shape;554;g2714c9b46d3_1_4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2714c9b46d3_1_4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3" name="Google Shape;573;g2714c9b46d3_1_4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2714c9b46d3_1_5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4" name="Google Shape;594;g2714c9b46d3_1_5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2714c9b46d3_1_5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5" name="Google Shape;605;g2714c9b46d3_1_5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2714c9b46d3_1_5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5" name="Google Shape;615;g2714c9b46d3_1_5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2714c9b46d3_1_5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g2714c9b46d3_1_5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2714c9b46d3_1_5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g2714c9b46d3_1_5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2714c9b46d3_1_5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0" name="Google Shape;670;g2714c9b46d3_1_5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2714c9b46d3_1_6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7" name="Google Shape;737;g2714c9b46d3_1_6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2714c9b46d3_1_7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g2714c9b46d3_1_7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g2714c9b46d3_1_7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9" name="Google Shape;849;g2714c9b46d3_1_7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2de032cd1aa_0_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5" name="Google Shape;895;g2de032cd1aa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2de032cd1aa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g2de032cd1aa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2de032cd1aa_0_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2" name="Google Shape;952;g2de032cd1aa_0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2de032cd1aa_0_1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4" name="Google Shape;1004;g2de032cd1aa_0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2de032cd1aa_0_1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g2de032cd1aa_0_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26.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2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 Id="rId3" Type="http://schemas.openxmlformats.org/officeDocument/2006/relationships/image" Target="../media/image4.png"/><Relationship Id="rId4" Type="http://schemas.openxmlformats.org/officeDocument/2006/relationships/image" Target="../media/image24.png"/><Relationship Id="rId5"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10.png"/><Relationship Id="rId4" Type="http://schemas.openxmlformats.org/officeDocument/2006/relationships/image" Target="../media/image1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21.png"/><Relationship Id="rId4" Type="http://schemas.openxmlformats.org/officeDocument/2006/relationships/image" Target="../media/image10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0.png"/><Relationship Id="rId4" Type="http://schemas.openxmlformats.org/officeDocument/2006/relationships/image" Target="../media/image19.png"/><Relationship Id="rId5" Type="http://schemas.openxmlformats.org/officeDocument/2006/relationships/image" Target="../media/image1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9.png"/><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19.png"/><Relationship Id="rId4" Type="http://schemas.openxmlformats.org/officeDocument/2006/relationships/image" Target="../media/image2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3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 Id="rId3" Type="http://schemas.openxmlformats.org/officeDocument/2006/relationships/image" Target="../media/image1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2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20.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2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2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20.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20.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20.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20.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20.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20.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38.png"/><Relationship Id="rId4" Type="http://schemas.openxmlformats.org/officeDocument/2006/relationships/image" Target="../media/image50.png"/><Relationship Id="rId5" Type="http://schemas.openxmlformats.org/officeDocument/2006/relationships/image" Target="../media/image20.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20.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20.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 Slide 1">
    <p:spTree>
      <p:nvGrpSpPr>
        <p:cNvPr id="52" name="Shape 52"/>
        <p:cNvGrpSpPr/>
        <p:nvPr/>
      </p:nvGrpSpPr>
      <p:grpSpPr>
        <a:xfrm>
          <a:off x="0" y="0"/>
          <a:ext cx="0" cy="0"/>
          <a:chOff x="0" y="0"/>
          <a:chExt cx="0" cy="0"/>
        </a:xfrm>
      </p:grpSpPr>
      <p:sp>
        <p:nvSpPr>
          <p:cNvPr id="53" name="Google Shape;53;p14"/>
          <p:cNvSpPr/>
          <p:nvPr/>
        </p:nvSpPr>
        <p:spPr>
          <a:xfrm>
            <a:off x="0" y="0"/>
            <a:ext cx="9144000" cy="5143500"/>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pic>
        <p:nvPicPr>
          <p:cNvPr id="54" name="Google Shape;54;p14"/>
          <p:cNvPicPr preferRelativeResize="0"/>
          <p:nvPr/>
        </p:nvPicPr>
        <p:blipFill>
          <a:blip r:embed="rId2">
            <a:alphaModFix/>
          </a:blip>
          <a:stretch>
            <a:fillRect/>
          </a:stretch>
        </p:blipFill>
        <p:spPr>
          <a:xfrm>
            <a:off x="556250" y="329872"/>
            <a:ext cx="2204799" cy="510353"/>
          </a:xfrm>
          <a:prstGeom prst="rect">
            <a:avLst/>
          </a:prstGeom>
          <a:noFill/>
          <a:ln>
            <a:noFill/>
          </a:ln>
        </p:spPr>
      </p:pic>
      <p:pic>
        <p:nvPicPr>
          <p:cNvPr id="55" name="Google Shape;55;p14"/>
          <p:cNvPicPr preferRelativeResize="0"/>
          <p:nvPr/>
        </p:nvPicPr>
        <p:blipFill rotWithShape="1">
          <a:blip r:embed="rId3">
            <a:alphaModFix/>
          </a:blip>
          <a:srcRect b="0" l="0" r="0" t="0"/>
          <a:stretch/>
        </p:blipFill>
        <p:spPr>
          <a:xfrm>
            <a:off x="5635824" y="1700328"/>
            <a:ext cx="3224379" cy="2998674"/>
          </a:xfrm>
          <a:prstGeom prst="rect">
            <a:avLst/>
          </a:prstGeom>
          <a:noFill/>
          <a:ln>
            <a:noFill/>
          </a:ln>
        </p:spPr>
      </p:pic>
      <p:sp>
        <p:nvSpPr>
          <p:cNvPr id="56" name="Google Shape;56;p14"/>
          <p:cNvSpPr/>
          <p:nvPr/>
        </p:nvSpPr>
        <p:spPr>
          <a:xfrm>
            <a:off x="0" y="1079418"/>
            <a:ext cx="6645052" cy="3063956"/>
          </a:xfrm>
          <a:custGeom>
            <a:rect b="b" l="l" r="r" t="t"/>
            <a:pathLst>
              <a:path extrusionOk="0" h="4085275" w="8860069">
                <a:moveTo>
                  <a:pt x="0" y="0"/>
                </a:moveTo>
                <a:lnTo>
                  <a:pt x="8751265" y="0"/>
                </a:lnTo>
                <a:lnTo>
                  <a:pt x="8750443" y="1950"/>
                </a:lnTo>
                <a:lnTo>
                  <a:pt x="8860069" y="293257"/>
                </a:lnTo>
                <a:cubicBezTo>
                  <a:pt x="8787909" y="348377"/>
                  <a:pt x="8716365" y="424643"/>
                  <a:pt x="8645437" y="521745"/>
                </a:cubicBezTo>
                <a:cubicBezTo>
                  <a:pt x="8573277" y="617718"/>
                  <a:pt x="8507583" y="736479"/>
                  <a:pt x="8448562" y="878334"/>
                </a:cubicBezTo>
                <a:cubicBezTo>
                  <a:pt x="8388207" y="1018958"/>
                  <a:pt x="8340271" y="1183703"/>
                  <a:pt x="8304858" y="1372776"/>
                </a:cubicBezTo>
                <a:cubicBezTo>
                  <a:pt x="8269446" y="1561848"/>
                  <a:pt x="8251688" y="1776581"/>
                  <a:pt x="8251688" y="2016874"/>
                </a:cubicBezTo>
                <a:lnTo>
                  <a:pt x="8251688" y="2068094"/>
                </a:lnTo>
                <a:cubicBezTo>
                  <a:pt x="8251688" y="2308386"/>
                  <a:pt x="8269446" y="2523119"/>
                  <a:pt x="8304858" y="2712192"/>
                </a:cubicBezTo>
                <a:cubicBezTo>
                  <a:pt x="8338937" y="2901264"/>
                  <a:pt x="8385641" y="3066112"/>
                  <a:pt x="8444662" y="3206633"/>
                </a:cubicBezTo>
                <a:cubicBezTo>
                  <a:pt x="8503684" y="3348489"/>
                  <a:pt x="8569376" y="3468070"/>
                  <a:pt x="8641537" y="3565172"/>
                </a:cubicBezTo>
                <a:lnTo>
                  <a:pt x="8641434" y="3565275"/>
                </a:lnTo>
                <a:cubicBezTo>
                  <a:pt x="8712259" y="3662480"/>
                  <a:pt x="8785138" y="3738643"/>
                  <a:pt x="8859966" y="3793763"/>
                </a:cubicBezTo>
                <a:lnTo>
                  <a:pt x="8750443" y="4083325"/>
                </a:lnTo>
                <a:lnTo>
                  <a:pt x="8751265" y="4085275"/>
                </a:lnTo>
                <a:lnTo>
                  <a:pt x="0" y="4085275"/>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Open Sans"/>
              <a:ea typeface="Open Sans"/>
              <a:cs typeface="Open Sans"/>
              <a:sym typeface="Open Sans"/>
            </a:endParaRPr>
          </a:p>
        </p:txBody>
      </p:sp>
      <p:sp>
        <p:nvSpPr>
          <p:cNvPr id="57" name="Google Shape;57;p14"/>
          <p:cNvSpPr txBox="1"/>
          <p:nvPr>
            <p:ph type="ctrTitle"/>
          </p:nvPr>
        </p:nvSpPr>
        <p:spPr>
          <a:xfrm>
            <a:off x="556249" y="1325594"/>
            <a:ext cx="5501651" cy="1790700"/>
          </a:xfrm>
          <a:prstGeom prst="rect">
            <a:avLst/>
          </a:prstGeom>
          <a:noFill/>
          <a:ln>
            <a:noFill/>
          </a:ln>
        </p:spPr>
        <p:txBody>
          <a:bodyPr anchorCtr="0" anchor="b" bIns="34275" lIns="0" spcFirstLastPara="1" rIns="34275" wrap="square" tIns="34275">
            <a:noAutofit/>
          </a:bodyPr>
          <a:lstStyle>
            <a:lvl1pPr lvl="0" algn="l">
              <a:lnSpc>
                <a:spcPct val="90000"/>
              </a:lnSpc>
              <a:spcBef>
                <a:spcPts val="0"/>
              </a:spcBef>
              <a:spcAft>
                <a:spcPts val="0"/>
              </a:spcAft>
              <a:buClr>
                <a:schemeClr val="dk1"/>
              </a:buClr>
              <a:buSzPts val="3000"/>
              <a:buFont typeface="Open Sans"/>
              <a:buNone/>
              <a:defRPr b="0" i="0" sz="30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8" name="Google Shape;58;p14"/>
          <p:cNvSpPr txBox="1"/>
          <p:nvPr>
            <p:ph idx="1" type="subTitle"/>
          </p:nvPr>
        </p:nvSpPr>
        <p:spPr>
          <a:xfrm>
            <a:off x="556249" y="3233572"/>
            <a:ext cx="5501651" cy="909803"/>
          </a:xfrm>
          <a:prstGeom prst="rect">
            <a:avLst/>
          </a:prstGeom>
          <a:noFill/>
          <a:ln>
            <a:noFill/>
          </a:ln>
        </p:spPr>
        <p:txBody>
          <a:bodyPr anchorCtr="0" anchor="t" bIns="34275" lIns="0" spcFirstLastPara="1" rIns="34275" wrap="square" tIns="34275">
            <a:noAutofit/>
          </a:bodyPr>
          <a:lstStyle>
            <a:lvl1pPr lvl="0" marR="0" rtl="0" algn="l">
              <a:lnSpc>
                <a:spcPct val="95000"/>
              </a:lnSpc>
              <a:spcBef>
                <a:spcPts val="800"/>
              </a:spcBef>
              <a:spcAft>
                <a:spcPts val="0"/>
              </a:spcAft>
              <a:buClr>
                <a:schemeClr val="dk1"/>
              </a:buClr>
              <a:buSzPts val="1600"/>
              <a:buFont typeface="Arial"/>
              <a:buNone/>
              <a:defRPr b="0" i="0" sz="1600" u="none" cap="none" strike="noStrike">
                <a:solidFill>
                  <a:schemeClr val="dk1"/>
                </a:solidFill>
                <a:latin typeface="Open Sans"/>
                <a:ea typeface="Open Sans"/>
                <a:cs typeface="Open Sans"/>
                <a:sym typeface="Open Sans"/>
              </a:defRPr>
            </a:lvl1pPr>
            <a:lvl2pPr lvl="1" marR="0" rtl="0" algn="ctr">
              <a:lnSpc>
                <a:spcPct val="95000"/>
              </a:lnSpc>
              <a:spcBef>
                <a:spcPts val="400"/>
              </a:spcBef>
              <a:spcAft>
                <a:spcPts val="0"/>
              </a:spcAft>
              <a:buClr>
                <a:schemeClr val="dk1"/>
              </a:buClr>
              <a:buSzPts val="1500"/>
              <a:buFont typeface="Arial"/>
              <a:buNone/>
              <a:defRPr b="0" i="0" sz="1500" u="none" cap="none" strike="noStrike">
                <a:solidFill>
                  <a:schemeClr val="dk1"/>
                </a:solidFill>
                <a:latin typeface="Open Sans"/>
                <a:ea typeface="Open Sans"/>
                <a:cs typeface="Open Sans"/>
                <a:sym typeface="Open Sans"/>
              </a:defRPr>
            </a:lvl2pPr>
            <a:lvl3pPr lvl="2" marR="0" rtl="0" algn="ctr">
              <a:lnSpc>
                <a:spcPct val="95000"/>
              </a:lnSpc>
              <a:spcBef>
                <a:spcPts val="400"/>
              </a:spcBef>
              <a:spcAft>
                <a:spcPts val="0"/>
              </a:spcAft>
              <a:buClr>
                <a:schemeClr val="dk1"/>
              </a:buClr>
              <a:buSzPts val="1400"/>
              <a:buFont typeface="Open Sans"/>
              <a:buNone/>
              <a:defRPr b="0" i="0" sz="1400" u="none" cap="none" strike="noStrike">
                <a:solidFill>
                  <a:schemeClr val="dk1"/>
                </a:solidFill>
                <a:latin typeface="Open Sans"/>
                <a:ea typeface="Open Sans"/>
                <a:cs typeface="Open Sans"/>
                <a:sym typeface="Open Sans"/>
              </a:defRPr>
            </a:lvl3pPr>
            <a:lvl4pPr lvl="3" marR="0" rtl="0" algn="ctr">
              <a:lnSpc>
                <a:spcPct val="95000"/>
              </a:lnSpc>
              <a:spcBef>
                <a:spcPts val="400"/>
              </a:spcBef>
              <a:spcAft>
                <a:spcPts val="0"/>
              </a:spcAft>
              <a:buClr>
                <a:schemeClr val="dk1"/>
              </a:buClr>
              <a:buSzPts val="1200"/>
              <a:buFont typeface="Arial"/>
              <a:buNone/>
              <a:defRPr b="0" i="0" sz="1200" u="none" cap="none" strike="noStrike">
                <a:solidFill>
                  <a:schemeClr val="dk1"/>
                </a:solidFill>
                <a:latin typeface="Open Sans"/>
                <a:ea typeface="Open Sans"/>
                <a:cs typeface="Open Sans"/>
                <a:sym typeface="Open Sans"/>
              </a:defRPr>
            </a:lvl4pPr>
            <a:lvl5pPr lvl="4" marR="0" rtl="0" algn="ctr">
              <a:lnSpc>
                <a:spcPct val="95000"/>
              </a:lnSpc>
              <a:spcBef>
                <a:spcPts val="400"/>
              </a:spcBef>
              <a:spcAft>
                <a:spcPts val="0"/>
              </a:spcAft>
              <a:buClr>
                <a:schemeClr val="dk1"/>
              </a:buClr>
              <a:buSzPts val="1200"/>
              <a:buFont typeface="Arial"/>
              <a:buNone/>
              <a:defRPr b="0" i="0" sz="1200" u="none" cap="none" strike="noStrike">
                <a:solidFill>
                  <a:schemeClr val="dk1"/>
                </a:solidFill>
                <a:latin typeface="Open Sans"/>
                <a:ea typeface="Open Sans"/>
                <a:cs typeface="Open Sans"/>
                <a:sym typeface="Open Sans"/>
              </a:defRPr>
            </a:lvl5pPr>
            <a:lvl6pPr lvl="5"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Open Sans"/>
                <a:ea typeface="Open Sans"/>
                <a:cs typeface="Open Sans"/>
                <a:sym typeface="Open Sans"/>
              </a:defRPr>
            </a:lvl6pPr>
            <a:lvl7pPr lvl="6"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Open Sans"/>
                <a:ea typeface="Open Sans"/>
                <a:cs typeface="Open Sans"/>
                <a:sym typeface="Open Sans"/>
              </a:defRPr>
            </a:lvl7pPr>
            <a:lvl8pPr lvl="7"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Open Sans"/>
                <a:ea typeface="Open Sans"/>
                <a:cs typeface="Open Sans"/>
                <a:sym typeface="Open Sans"/>
              </a:defRPr>
            </a:lvl8pPr>
            <a:lvl9pPr lvl="8"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Open Sans"/>
                <a:ea typeface="Open Sans"/>
                <a:cs typeface="Open Sans"/>
                <a:sym typeface="Open Sans"/>
              </a:defRPr>
            </a:lvl9pPr>
          </a:lstStyle>
          <a:p/>
        </p:txBody>
      </p:sp>
      <p:pic>
        <p:nvPicPr>
          <p:cNvPr id="59" name="Google Shape;59;p14"/>
          <p:cNvPicPr preferRelativeResize="0"/>
          <p:nvPr/>
        </p:nvPicPr>
        <p:blipFill rotWithShape="1">
          <a:blip r:embed="rId4">
            <a:alphaModFix/>
          </a:blip>
          <a:srcRect b="0" l="0" r="0" t="0"/>
          <a:stretch/>
        </p:blipFill>
        <p:spPr>
          <a:xfrm>
            <a:off x="7890632" y="1255830"/>
            <a:ext cx="697120" cy="690149"/>
          </a:xfrm>
          <a:prstGeom prst="rect">
            <a:avLst/>
          </a:prstGeom>
          <a:noFill/>
          <a:ln>
            <a:noFill/>
          </a:ln>
        </p:spPr>
      </p:pic>
      <p:sp>
        <p:nvSpPr>
          <p:cNvPr id="60" name="Google Shape;60;p14"/>
          <p:cNvSpPr txBox="1"/>
          <p:nvPr>
            <p:ph idx="2" type="body"/>
          </p:nvPr>
        </p:nvSpPr>
        <p:spPr>
          <a:xfrm>
            <a:off x="542731" y="4382570"/>
            <a:ext cx="2448848" cy="294085"/>
          </a:xfrm>
          <a:prstGeom prst="rect">
            <a:avLst/>
          </a:prstGeom>
          <a:noFill/>
          <a:ln>
            <a:noFill/>
          </a:ln>
        </p:spPr>
        <p:txBody>
          <a:bodyPr anchorCtr="0" anchor="ctr" bIns="34275" lIns="0" spcFirstLastPara="1" rIns="34275" wrap="square" tIns="34275">
            <a:noAutofit/>
          </a:bodyPr>
          <a:lstStyle>
            <a:lvl1pPr indent="-228600" lvl="0" marL="457200" marR="0" rtl="0" algn="l">
              <a:lnSpc>
                <a:spcPct val="95000"/>
              </a:lnSpc>
              <a:spcBef>
                <a:spcPts val="800"/>
              </a:spcBef>
              <a:spcAft>
                <a:spcPts val="0"/>
              </a:spcAft>
              <a:buClr>
                <a:schemeClr val="dk1"/>
              </a:buClr>
              <a:buSzPts val="900"/>
              <a:buFont typeface="Arial"/>
              <a:buNone/>
              <a:defRPr b="1" i="0" sz="900" u="none" cap="none" strike="noStrike">
                <a:solidFill>
                  <a:schemeClr val="dk1"/>
                </a:solidFill>
                <a:latin typeface="Open Sans ExtraBold"/>
                <a:ea typeface="Open Sans ExtraBold"/>
                <a:cs typeface="Open Sans ExtraBold"/>
                <a:sym typeface="Open Sans ExtraBold"/>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61" name="Google Shape;61;p14"/>
          <p:cNvSpPr txBox="1"/>
          <p:nvPr/>
        </p:nvSpPr>
        <p:spPr>
          <a:xfrm>
            <a:off x="236762" y="4805319"/>
            <a:ext cx="4286400" cy="129000"/>
          </a:xfrm>
          <a:prstGeom prst="rect">
            <a:avLst/>
          </a:prstGeom>
          <a:noFill/>
          <a:ln>
            <a:noFill/>
          </a:ln>
        </p:spPr>
        <p:txBody>
          <a:bodyPr anchorCtr="0" anchor="b" bIns="25700" lIns="51425" spcFirstLastPara="1" rIns="51425" wrap="square" tIns="25700">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chemeClr val="dk1"/>
                </a:solidFill>
                <a:latin typeface="Open Sans"/>
                <a:ea typeface="Open Sans"/>
                <a:cs typeface="Open Sans"/>
                <a:sym typeface="Open Sans"/>
              </a:rPr>
              <a:t>Confidential and Proprietary. Do not distribute without Couchbase consent. © Couchbase 202</a:t>
            </a:r>
            <a:r>
              <a:rPr lang="en" sz="500">
                <a:solidFill>
                  <a:schemeClr val="dk1"/>
                </a:solidFill>
                <a:latin typeface="Open Sans"/>
                <a:ea typeface="Open Sans"/>
                <a:cs typeface="Open Sans"/>
                <a:sym typeface="Open Sans"/>
              </a:rPr>
              <a:t>5</a:t>
            </a:r>
            <a:r>
              <a:rPr b="0" i="0" lang="en" sz="500" u="none" cap="none" strike="noStrike">
                <a:solidFill>
                  <a:schemeClr val="dk1"/>
                </a:solidFill>
                <a:latin typeface="Open Sans"/>
                <a:ea typeface="Open Sans"/>
                <a:cs typeface="Open Sans"/>
                <a:sym typeface="Open Sans"/>
              </a:rPr>
              <a:t>. All rights reserved. </a:t>
            </a:r>
            <a:endParaRPr b="0" i="0" sz="500" u="none" cap="none" strike="noStrike">
              <a:solidFill>
                <a:schemeClr val="dk1"/>
              </a:solidFill>
              <a:latin typeface="Open Sans"/>
              <a:ea typeface="Open Sans"/>
              <a:cs typeface="Open Sans"/>
              <a:sym typeface="Open Sans"/>
            </a:endParaRPr>
          </a:p>
        </p:txBody>
      </p:sp>
      <p:pic>
        <p:nvPicPr>
          <p:cNvPr id="62" name="Google Shape;62;p14"/>
          <p:cNvPicPr preferRelativeResize="0"/>
          <p:nvPr/>
        </p:nvPicPr>
        <p:blipFill rotWithShape="1">
          <a:blip r:embed="rId5">
            <a:alphaModFix/>
          </a:blip>
          <a:srcRect b="0" l="0" r="0" t="0"/>
          <a:stretch/>
        </p:blipFill>
        <p:spPr>
          <a:xfrm>
            <a:off x="4362450" y="3700539"/>
            <a:ext cx="533400" cy="571500"/>
          </a:xfrm>
          <a:prstGeom prst="rect">
            <a:avLst/>
          </a:prstGeom>
          <a:noFill/>
          <a:ln>
            <a:noFill/>
          </a:ln>
        </p:spPr>
      </p:pic>
      <p:pic>
        <p:nvPicPr>
          <p:cNvPr id="63" name="Google Shape;63;p14"/>
          <p:cNvPicPr preferRelativeResize="0"/>
          <p:nvPr/>
        </p:nvPicPr>
        <p:blipFill rotWithShape="1">
          <a:blip r:embed="rId6">
            <a:alphaModFix/>
          </a:blip>
          <a:srcRect b="28161" l="0" r="0" t="0"/>
          <a:stretch/>
        </p:blipFill>
        <p:spPr>
          <a:xfrm>
            <a:off x="4853299" y="2942369"/>
            <a:ext cx="919187" cy="2201131"/>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1_Title Slide 1">
    <p:spTree>
      <p:nvGrpSpPr>
        <p:cNvPr id="64" name="Shape 64"/>
        <p:cNvGrpSpPr/>
        <p:nvPr/>
      </p:nvGrpSpPr>
      <p:grpSpPr>
        <a:xfrm>
          <a:off x="0" y="0"/>
          <a:ext cx="0" cy="0"/>
          <a:chOff x="0" y="0"/>
          <a:chExt cx="0" cy="0"/>
        </a:xfrm>
      </p:grpSpPr>
      <p:pic>
        <p:nvPicPr>
          <p:cNvPr id="65" name="Google Shape;65;p15"/>
          <p:cNvPicPr preferRelativeResize="0"/>
          <p:nvPr/>
        </p:nvPicPr>
        <p:blipFill rotWithShape="1">
          <a:blip r:embed="rId2">
            <a:alphaModFix/>
          </a:blip>
          <a:srcRect b="0" l="0" r="0" t="0"/>
          <a:stretch/>
        </p:blipFill>
        <p:spPr>
          <a:xfrm>
            <a:off x="5635824" y="1700328"/>
            <a:ext cx="3224379" cy="2998674"/>
          </a:xfrm>
          <a:prstGeom prst="rect">
            <a:avLst/>
          </a:prstGeom>
          <a:noFill/>
          <a:ln>
            <a:noFill/>
          </a:ln>
        </p:spPr>
      </p:pic>
      <p:sp>
        <p:nvSpPr>
          <p:cNvPr id="66" name="Google Shape;66;p15"/>
          <p:cNvSpPr/>
          <p:nvPr/>
        </p:nvSpPr>
        <p:spPr>
          <a:xfrm>
            <a:off x="0" y="1079418"/>
            <a:ext cx="6645052" cy="3063956"/>
          </a:xfrm>
          <a:custGeom>
            <a:rect b="b" l="l" r="r" t="t"/>
            <a:pathLst>
              <a:path extrusionOk="0" h="4085275" w="8860069">
                <a:moveTo>
                  <a:pt x="0" y="0"/>
                </a:moveTo>
                <a:lnTo>
                  <a:pt x="8751265" y="0"/>
                </a:lnTo>
                <a:lnTo>
                  <a:pt x="8750443" y="1950"/>
                </a:lnTo>
                <a:lnTo>
                  <a:pt x="8860069" y="293257"/>
                </a:lnTo>
                <a:cubicBezTo>
                  <a:pt x="8787909" y="348377"/>
                  <a:pt x="8716365" y="424643"/>
                  <a:pt x="8645437" y="521745"/>
                </a:cubicBezTo>
                <a:cubicBezTo>
                  <a:pt x="8573277" y="617718"/>
                  <a:pt x="8507583" y="736479"/>
                  <a:pt x="8448562" y="878334"/>
                </a:cubicBezTo>
                <a:cubicBezTo>
                  <a:pt x="8388207" y="1018958"/>
                  <a:pt x="8340271" y="1183703"/>
                  <a:pt x="8304858" y="1372776"/>
                </a:cubicBezTo>
                <a:cubicBezTo>
                  <a:pt x="8269446" y="1561848"/>
                  <a:pt x="8251688" y="1776581"/>
                  <a:pt x="8251688" y="2016874"/>
                </a:cubicBezTo>
                <a:lnTo>
                  <a:pt x="8251688" y="2068094"/>
                </a:lnTo>
                <a:cubicBezTo>
                  <a:pt x="8251688" y="2308386"/>
                  <a:pt x="8269446" y="2523119"/>
                  <a:pt x="8304858" y="2712192"/>
                </a:cubicBezTo>
                <a:cubicBezTo>
                  <a:pt x="8338937" y="2901264"/>
                  <a:pt x="8385641" y="3066112"/>
                  <a:pt x="8444662" y="3206633"/>
                </a:cubicBezTo>
                <a:cubicBezTo>
                  <a:pt x="8503684" y="3348489"/>
                  <a:pt x="8569376" y="3468070"/>
                  <a:pt x="8641537" y="3565172"/>
                </a:cubicBezTo>
                <a:lnTo>
                  <a:pt x="8641434" y="3565275"/>
                </a:lnTo>
                <a:cubicBezTo>
                  <a:pt x="8712259" y="3662480"/>
                  <a:pt x="8785138" y="3738643"/>
                  <a:pt x="8859966" y="3793763"/>
                </a:cubicBezTo>
                <a:lnTo>
                  <a:pt x="8750443" y="4083325"/>
                </a:lnTo>
                <a:lnTo>
                  <a:pt x="8751265" y="4085275"/>
                </a:lnTo>
                <a:lnTo>
                  <a:pt x="0" y="4085275"/>
                </a:lnTo>
                <a:close/>
              </a:path>
            </a:pathLst>
          </a:custGeom>
          <a:solidFill>
            <a:schemeClr val="accent4"/>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Open Sans"/>
              <a:ea typeface="Open Sans"/>
              <a:cs typeface="Open Sans"/>
              <a:sym typeface="Open Sans"/>
            </a:endParaRPr>
          </a:p>
        </p:txBody>
      </p:sp>
      <p:sp>
        <p:nvSpPr>
          <p:cNvPr id="67" name="Google Shape;67;p15"/>
          <p:cNvSpPr txBox="1"/>
          <p:nvPr>
            <p:ph type="ctrTitle"/>
          </p:nvPr>
        </p:nvSpPr>
        <p:spPr>
          <a:xfrm>
            <a:off x="556249" y="1325594"/>
            <a:ext cx="5501651" cy="1790700"/>
          </a:xfrm>
          <a:prstGeom prst="rect">
            <a:avLst/>
          </a:prstGeom>
          <a:noFill/>
          <a:ln>
            <a:noFill/>
          </a:ln>
        </p:spPr>
        <p:txBody>
          <a:bodyPr anchorCtr="0" anchor="b" bIns="34275" lIns="0" spcFirstLastPara="1" rIns="34275" wrap="square" tIns="34275">
            <a:noAutofit/>
          </a:bodyPr>
          <a:lstStyle>
            <a:lvl1pPr lvl="0" algn="l">
              <a:lnSpc>
                <a:spcPct val="90000"/>
              </a:lnSpc>
              <a:spcBef>
                <a:spcPts val="0"/>
              </a:spcBef>
              <a:spcAft>
                <a:spcPts val="0"/>
              </a:spcAft>
              <a:buClr>
                <a:schemeClr val="dk1"/>
              </a:buClr>
              <a:buSzPts val="3000"/>
              <a:buFont typeface="Open Sans"/>
              <a:buNone/>
              <a:defRPr b="0" i="0" sz="30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8" name="Google Shape;68;p15"/>
          <p:cNvSpPr txBox="1"/>
          <p:nvPr>
            <p:ph idx="1" type="subTitle"/>
          </p:nvPr>
        </p:nvSpPr>
        <p:spPr>
          <a:xfrm>
            <a:off x="556249" y="3233572"/>
            <a:ext cx="5501651" cy="909803"/>
          </a:xfrm>
          <a:prstGeom prst="rect">
            <a:avLst/>
          </a:prstGeom>
          <a:noFill/>
          <a:ln>
            <a:noFill/>
          </a:ln>
        </p:spPr>
        <p:txBody>
          <a:bodyPr anchorCtr="0" anchor="t" bIns="34275" lIns="0" spcFirstLastPara="1" rIns="34275" wrap="square" tIns="34275">
            <a:noAutofit/>
          </a:bodyPr>
          <a:lstStyle>
            <a:lvl1pPr lvl="0" marR="0" rtl="0" algn="l">
              <a:lnSpc>
                <a:spcPct val="95000"/>
              </a:lnSpc>
              <a:spcBef>
                <a:spcPts val="800"/>
              </a:spcBef>
              <a:spcAft>
                <a:spcPts val="0"/>
              </a:spcAft>
              <a:buClr>
                <a:schemeClr val="dk1"/>
              </a:buClr>
              <a:buSzPts val="1600"/>
              <a:buFont typeface="Arial"/>
              <a:buNone/>
              <a:defRPr b="0" i="0" sz="1600" u="none" cap="none" strike="noStrike">
                <a:solidFill>
                  <a:schemeClr val="dk1"/>
                </a:solidFill>
                <a:latin typeface="Open Sans"/>
                <a:ea typeface="Open Sans"/>
                <a:cs typeface="Open Sans"/>
                <a:sym typeface="Open Sans"/>
              </a:defRPr>
            </a:lvl1pPr>
            <a:lvl2pPr lvl="1" marR="0" rtl="0" algn="ctr">
              <a:lnSpc>
                <a:spcPct val="95000"/>
              </a:lnSpc>
              <a:spcBef>
                <a:spcPts val="400"/>
              </a:spcBef>
              <a:spcAft>
                <a:spcPts val="0"/>
              </a:spcAft>
              <a:buClr>
                <a:schemeClr val="dk1"/>
              </a:buClr>
              <a:buSzPts val="1500"/>
              <a:buFont typeface="Arial"/>
              <a:buNone/>
              <a:defRPr b="0" i="0" sz="1500" u="none" cap="none" strike="noStrike">
                <a:solidFill>
                  <a:schemeClr val="dk1"/>
                </a:solidFill>
                <a:latin typeface="Open Sans"/>
                <a:ea typeface="Open Sans"/>
                <a:cs typeface="Open Sans"/>
                <a:sym typeface="Open Sans"/>
              </a:defRPr>
            </a:lvl2pPr>
            <a:lvl3pPr lvl="2" marR="0" rtl="0" algn="ctr">
              <a:lnSpc>
                <a:spcPct val="95000"/>
              </a:lnSpc>
              <a:spcBef>
                <a:spcPts val="400"/>
              </a:spcBef>
              <a:spcAft>
                <a:spcPts val="0"/>
              </a:spcAft>
              <a:buClr>
                <a:schemeClr val="dk1"/>
              </a:buClr>
              <a:buSzPts val="1400"/>
              <a:buFont typeface="Open Sans"/>
              <a:buNone/>
              <a:defRPr b="0" i="0" sz="1400" u="none" cap="none" strike="noStrike">
                <a:solidFill>
                  <a:schemeClr val="dk1"/>
                </a:solidFill>
                <a:latin typeface="Open Sans"/>
                <a:ea typeface="Open Sans"/>
                <a:cs typeface="Open Sans"/>
                <a:sym typeface="Open Sans"/>
              </a:defRPr>
            </a:lvl3pPr>
            <a:lvl4pPr lvl="3" marR="0" rtl="0" algn="ctr">
              <a:lnSpc>
                <a:spcPct val="95000"/>
              </a:lnSpc>
              <a:spcBef>
                <a:spcPts val="400"/>
              </a:spcBef>
              <a:spcAft>
                <a:spcPts val="0"/>
              </a:spcAft>
              <a:buClr>
                <a:schemeClr val="dk1"/>
              </a:buClr>
              <a:buSzPts val="1200"/>
              <a:buFont typeface="Arial"/>
              <a:buNone/>
              <a:defRPr b="0" i="0" sz="1200" u="none" cap="none" strike="noStrike">
                <a:solidFill>
                  <a:schemeClr val="dk1"/>
                </a:solidFill>
                <a:latin typeface="Open Sans"/>
                <a:ea typeface="Open Sans"/>
                <a:cs typeface="Open Sans"/>
                <a:sym typeface="Open Sans"/>
              </a:defRPr>
            </a:lvl4pPr>
            <a:lvl5pPr lvl="4" marR="0" rtl="0" algn="ctr">
              <a:lnSpc>
                <a:spcPct val="95000"/>
              </a:lnSpc>
              <a:spcBef>
                <a:spcPts val="400"/>
              </a:spcBef>
              <a:spcAft>
                <a:spcPts val="0"/>
              </a:spcAft>
              <a:buClr>
                <a:schemeClr val="dk1"/>
              </a:buClr>
              <a:buSzPts val="1200"/>
              <a:buFont typeface="Arial"/>
              <a:buNone/>
              <a:defRPr b="0" i="0" sz="1200" u="none" cap="none" strike="noStrike">
                <a:solidFill>
                  <a:schemeClr val="dk1"/>
                </a:solidFill>
                <a:latin typeface="Open Sans"/>
                <a:ea typeface="Open Sans"/>
                <a:cs typeface="Open Sans"/>
                <a:sym typeface="Open Sans"/>
              </a:defRPr>
            </a:lvl5pPr>
            <a:lvl6pPr lvl="5"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Open Sans"/>
                <a:ea typeface="Open Sans"/>
                <a:cs typeface="Open Sans"/>
                <a:sym typeface="Open Sans"/>
              </a:defRPr>
            </a:lvl6pPr>
            <a:lvl7pPr lvl="6"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Open Sans"/>
                <a:ea typeface="Open Sans"/>
                <a:cs typeface="Open Sans"/>
                <a:sym typeface="Open Sans"/>
              </a:defRPr>
            </a:lvl7pPr>
            <a:lvl8pPr lvl="7"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Open Sans"/>
                <a:ea typeface="Open Sans"/>
                <a:cs typeface="Open Sans"/>
                <a:sym typeface="Open Sans"/>
              </a:defRPr>
            </a:lvl8pPr>
            <a:lvl9pPr lvl="8"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Open Sans"/>
                <a:ea typeface="Open Sans"/>
                <a:cs typeface="Open Sans"/>
                <a:sym typeface="Open Sans"/>
              </a:defRPr>
            </a:lvl9pPr>
          </a:lstStyle>
          <a:p/>
        </p:txBody>
      </p:sp>
      <p:pic>
        <p:nvPicPr>
          <p:cNvPr id="69" name="Google Shape;69;p15"/>
          <p:cNvPicPr preferRelativeResize="0"/>
          <p:nvPr/>
        </p:nvPicPr>
        <p:blipFill rotWithShape="1">
          <a:blip r:embed="rId3">
            <a:alphaModFix/>
          </a:blip>
          <a:srcRect b="0" l="0" r="0" t="0"/>
          <a:stretch/>
        </p:blipFill>
        <p:spPr>
          <a:xfrm>
            <a:off x="4473169" y="1251165"/>
            <a:ext cx="697120" cy="690149"/>
          </a:xfrm>
          <a:prstGeom prst="rect">
            <a:avLst/>
          </a:prstGeom>
          <a:noFill/>
          <a:ln>
            <a:noFill/>
          </a:ln>
        </p:spPr>
      </p:pic>
      <p:pic>
        <p:nvPicPr>
          <p:cNvPr id="70" name="Google Shape;70;p15"/>
          <p:cNvPicPr preferRelativeResize="0"/>
          <p:nvPr/>
        </p:nvPicPr>
        <p:blipFill rotWithShape="1">
          <a:blip r:embed="rId4">
            <a:alphaModFix/>
          </a:blip>
          <a:srcRect b="0" l="0" r="0" t="22455"/>
          <a:stretch/>
        </p:blipFill>
        <p:spPr>
          <a:xfrm>
            <a:off x="4143374" y="0"/>
            <a:ext cx="557213" cy="1578767"/>
          </a:xfrm>
          <a:prstGeom prst="rect">
            <a:avLst/>
          </a:prstGeom>
          <a:noFill/>
          <a:ln>
            <a:noFill/>
          </a:ln>
        </p:spPr>
      </p:pic>
      <p:sp>
        <p:nvSpPr>
          <p:cNvPr id="71" name="Google Shape;71;p15"/>
          <p:cNvSpPr txBox="1"/>
          <p:nvPr>
            <p:ph idx="2" type="body"/>
          </p:nvPr>
        </p:nvSpPr>
        <p:spPr>
          <a:xfrm>
            <a:off x="542731" y="4382570"/>
            <a:ext cx="2448848" cy="294085"/>
          </a:xfrm>
          <a:prstGeom prst="rect">
            <a:avLst/>
          </a:prstGeom>
          <a:noFill/>
          <a:ln>
            <a:noFill/>
          </a:ln>
        </p:spPr>
        <p:txBody>
          <a:bodyPr anchorCtr="0" anchor="ctr" bIns="34275" lIns="0" spcFirstLastPara="1" rIns="34275" wrap="square" tIns="34275">
            <a:noAutofit/>
          </a:bodyPr>
          <a:lstStyle>
            <a:lvl1pPr indent="-228600" lvl="0" marL="457200" marR="0" rtl="0" algn="l">
              <a:lnSpc>
                <a:spcPct val="95000"/>
              </a:lnSpc>
              <a:spcBef>
                <a:spcPts val="800"/>
              </a:spcBef>
              <a:spcAft>
                <a:spcPts val="0"/>
              </a:spcAft>
              <a:buClr>
                <a:schemeClr val="dk1"/>
              </a:buClr>
              <a:buSzPts val="900"/>
              <a:buFont typeface="Arial"/>
              <a:buNone/>
              <a:defRPr b="1" i="0" sz="900" u="none" cap="none" strike="noStrike">
                <a:solidFill>
                  <a:schemeClr val="dk1"/>
                </a:solidFill>
                <a:latin typeface="Open Sans ExtraBold"/>
                <a:ea typeface="Open Sans ExtraBold"/>
                <a:cs typeface="Open Sans ExtraBold"/>
                <a:sym typeface="Open Sans ExtraBold"/>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72" name="Google Shape;72;p15"/>
          <p:cNvSpPr txBox="1"/>
          <p:nvPr/>
        </p:nvSpPr>
        <p:spPr>
          <a:xfrm>
            <a:off x="236762" y="4805319"/>
            <a:ext cx="4286400" cy="129000"/>
          </a:xfrm>
          <a:prstGeom prst="rect">
            <a:avLst/>
          </a:prstGeom>
          <a:noFill/>
          <a:ln>
            <a:noFill/>
          </a:ln>
        </p:spPr>
        <p:txBody>
          <a:bodyPr anchorCtr="0" anchor="b" bIns="25700" lIns="51425" spcFirstLastPara="1" rIns="51425" wrap="square" tIns="25700">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chemeClr val="dk1"/>
                </a:solidFill>
                <a:latin typeface="Open Sans"/>
                <a:ea typeface="Open Sans"/>
                <a:cs typeface="Open Sans"/>
                <a:sym typeface="Open Sans"/>
              </a:rPr>
              <a:t>Confidential and Proprietary. Do not distribute without Couchbase consent. © Couchbase 202</a:t>
            </a:r>
            <a:r>
              <a:rPr lang="en" sz="500">
                <a:solidFill>
                  <a:schemeClr val="dk1"/>
                </a:solidFill>
                <a:latin typeface="Open Sans"/>
                <a:ea typeface="Open Sans"/>
                <a:cs typeface="Open Sans"/>
                <a:sym typeface="Open Sans"/>
              </a:rPr>
              <a:t>5</a:t>
            </a:r>
            <a:r>
              <a:rPr b="0" i="0" lang="en" sz="500" u="none" cap="none" strike="noStrike">
                <a:solidFill>
                  <a:schemeClr val="dk1"/>
                </a:solidFill>
                <a:latin typeface="Open Sans"/>
                <a:ea typeface="Open Sans"/>
                <a:cs typeface="Open Sans"/>
                <a:sym typeface="Open Sans"/>
              </a:rPr>
              <a:t>. All rights reserved. </a:t>
            </a:r>
            <a:endParaRPr b="0" i="0" sz="500" u="none" cap="none" strike="noStrike">
              <a:solidFill>
                <a:schemeClr val="dk1"/>
              </a:solidFill>
              <a:latin typeface="Open Sans"/>
              <a:ea typeface="Open Sans"/>
              <a:cs typeface="Open Sans"/>
              <a:sym typeface="Open Sans"/>
            </a:endParaRPr>
          </a:p>
        </p:txBody>
      </p:sp>
      <p:pic>
        <p:nvPicPr>
          <p:cNvPr id="73" name="Google Shape;73;p15"/>
          <p:cNvPicPr preferRelativeResize="0"/>
          <p:nvPr/>
        </p:nvPicPr>
        <p:blipFill>
          <a:blip r:embed="rId5">
            <a:alphaModFix/>
          </a:blip>
          <a:stretch>
            <a:fillRect/>
          </a:stretch>
        </p:blipFill>
        <p:spPr>
          <a:xfrm>
            <a:off x="556250" y="329872"/>
            <a:ext cx="2204799" cy="510353"/>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 Slide 2">
    <p:spTree>
      <p:nvGrpSpPr>
        <p:cNvPr id="74" name="Shape 74"/>
        <p:cNvGrpSpPr/>
        <p:nvPr/>
      </p:nvGrpSpPr>
      <p:grpSpPr>
        <a:xfrm>
          <a:off x="0" y="0"/>
          <a:ext cx="0" cy="0"/>
          <a:chOff x="0" y="0"/>
          <a:chExt cx="0" cy="0"/>
        </a:xfrm>
      </p:grpSpPr>
      <p:sp>
        <p:nvSpPr>
          <p:cNvPr id="75" name="Google Shape;75;p16"/>
          <p:cNvSpPr/>
          <p:nvPr/>
        </p:nvSpPr>
        <p:spPr>
          <a:xfrm>
            <a:off x="4872378" y="0"/>
            <a:ext cx="4271622" cy="5143500"/>
          </a:xfrm>
          <a:custGeom>
            <a:rect b="b" l="l" r="r" t="t"/>
            <a:pathLst>
              <a:path extrusionOk="0" h="6858000" w="5695496">
                <a:moveTo>
                  <a:pt x="2275084" y="0"/>
                </a:moveTo>
                <a:lnTo>
                  <a:pt x="5695496" y="0"/>
                </a:lnTo>
                <a:lnTo>
                  <a:pt x="5695496" y="6858000"/>
                </a:lnTo>
                <a:lnTo>
                  <a:pt x="0" y="6858000"/>
                </a:lnTo>
                <a:close/>
              </a:path>
            </a:pathLst>
          </a:custGeom>
          <a:solidFill>
            <a:schemeClr val="accent4"/>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Open Sans"/>
              <a:ea typeface="Open Sans"/>
              <a:cs typeface="Open Sans"/>
              <a:sym typeface="Open Sans"/>
            </a:endParaRPr>
          </a:p>
        </p:txBody>
      </p:sp>
      <p:sp>
        <p:nvSpPr>
          <p:cNvPr id="76" name="Google Shape;76;p16"/>
          <p:cNvSpPr txBox="1"/>
          <p:nvPr>
            <p:ph type="ctrTitle"/>
          </p:nvPr>
        </p:nvSpPr>
        <p:spPr>
          <a:xfrm>
            <a:off x="556249" y="3040379"/>
            <a:ext cx="5501651" cy="926132"/>
          </a:xfrm>
          <a:prstGeom prst="rect">
            <a:avLst/>
          </a:prstGeom>
          <a:noFill/>
          <a:ln>
            <a:noFill/>
          </a:ln>
        </p:spPr>
        <p:txBody>
          <a:bodyPr anchorCtr="0" anchor="b" bIns="34275" lIns="0" spcFirstLastPara="1" rIns="34275" wrap="square" tIns="34275">
            <a:noAutofit/>
          </a:bodyPr>
          <a:lstStyle>
            <a:lvl1pPr lvl="0" algn="l">
              <a:lnSpc>
                <a:spcPct val="90000"/>
              </a:lnSpc>
              <a:spcBef>
                <a:spcPts val="0"/>
              </a:spcBef>
              <a:spcAft>
                <a:spcPts val="0"/>
              </a:spcAft>
              <a:buClr>
                <a:schemeClr val="dk1"/>
              </a:buClr>
              <a:buSzPts val="3000"/>
              <a:buFont typeface="Open Sans"/>
              <a:buNone/>
              <a:defRPr sz="30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7" name="Google Shape;77;p16"/>
          <p:cNvSpPr txBox="1"/>
          <p:nvPr>
            <p:ph idx="1" type="subTitle"/>
          </p:nvPr>
        </p:nvSpPr>
        <p:spPr>
          <a:xfrm>
            <a:off x="556249" y="4089055"/>
            <a:ext cx="3608042" cy="273199"/>
          </a:xfrm>
          <a:prstGeom prst="rect">
            <a:avLst/>
          </a:prstGeom>
          <a:noFill/>
          <a:ln>
            <a:noFill/>
          </a:ln>
        </p:spPr>
        <p:txBody>
          <a:bodyPr anchorCtr="0" anchor="t" bIns="34275" lIns="0" spcFirstLastPara="1" rIns="34275" wrap="square" tIns="34275">
            <a:noAutofit/>
          </a:bodyPr>
          <a:lstStyle>
            <a:lvl1pPr lvl="0" marR="0" rtl="0" algn="l">
              <a:lnSpc>
                <a:spcPct val="95000"/>
              </a:lnSpc>
              <a:spcBef>
                <a:spcPts val="800"/>
              </a:spcBef>
              <a:spcAft>
                <a:spcPts val="0"/>
              </a:spcAft>
              <a:buClr>
                <a:schemeClr val="dk1"/>
              </a:buClr>
              <a:buSzPts val="1600"/>
              <a:buFont typeface="Arial"/>
              <a:buNone/>
              <a:defRPr b="0" i="0" sz="1600" u="none" cap="none" strike="noStrike">
                <a:solidFill>
                  <a:schemeClr val="dk1"/>
                </a:solidFill>
                <a:latin typeface="Open Sans"/>
                <a:ea typeface="Open Sans"/>
                <a:cs typeface="Open Sans"/>
                <a:sym typeface="Open Sans"/>
              </a:defRPr>
            </a:lvl1pPr>
            <a:lvl2pPr lvl="1" marR="0" rtl="0" algn="ctr">
              <a:lnSpc>
                <a:spcPct val="95000"/>
              </a:lnSpc>
              <a:spcBef>
                <a:spcPts val="400"/>
              </a:spcBef>
              <a:spcAft>
                <a:spcPts val="0"/>
              </a:spcAft>
              <a:buClr>
                <a:schemeClr val="dk1"/>
              </a:buClr>
              <a:buSzPts val="1500"/>
              <a:buFont typeface="Arial"/>
              <a:buNone/>
              <a:defRPr b="0" i="0" sz="1500" u="none" cap="none" strike="noStrike">
                <a:solidFill>
                  <a:schemeClr val="dk1"/>
                </a:solidFill>
                <a:latin typeface="Open Sans"/>
                <a:ea typeface="Open Sans"/>
                <a:cs typeface="Open Sans"/>
                <a:sym typeface="Open Sans"/>
              </a:defRPr>
            </a:lvl2pPr>
            <a:lvl3pPr lvl="2" marR="0" rtl="0" algn="ctr">
              <a:lnSpc>
                <a:spcPct val="95000"/>
              </a:lnSpc>
              <a:spcBef>
                <a:spcPts val="400"/>
              </a:spcBef>
              <a:spcAft>
                <a:spcPts val="0"/>
              </a:spcAft>
              <a:buClr>
                <a:schemeClr val="dk1"/>
              </a:buClr>
              <a:buSzPts val="1400"/>
              <a:buFont typeface="Open Sans"/>
              <a:buNone/>
              <a:defRPr b="0" i="0" sz="1400" u="none" cap="none" strike="noStrike">
                <a:solidFill>
                  <a:schemeClr val="dk1"/>
                </a:solidFill>
                <a:latin typeface="Open Sans"/>
                <a:ea typeface="Open Sans"/>
                <a:cs typeface="Open Sans"/>
                <a:sym typeface="Open Sans"/>
              </a:defRPr>
            </a:lvl3pPr>
            <a:lvl4pPr lvl="3" marR="0" rtl="0" algn="ctr">
              <a:lnSpc>
                <a:spcPct val="95000"/>
              </a:lnSpc>
              <a:spcBef>
                <a:spcPts val="400"/>
              </a:spcBef>
              <a:spcAft>
                <a:spcPts val="0"/>
              </a:spcAft>
              <a:buClr>
                <a:schemeClr val="dk1"/>
              </a:buClr>
              <a:buSzPts val="1200"/>
              <a:buFont typeface="Arial"/>
              <a:buNone/>
              <a:defRPr b="0" i="0" sz="1200" u="none" cap="none" strike="noStrike">
                <a:solidFill>
                  <a:schemeClr val="dk1"/>
                </a:solidFill>
                <a:latin typeface="Open Sans"/>
                <a:ea typeface="Open Sans"/>
                <a:cs typeface="Open Sans"/>
                <a:sym typeface="Open Sans"/>
              </a:defRPr>
            </a:lvl4pPr>
            <a:lvl5pPr lvl="4" marR="0" rtl="0" algn="ctr">
              <a:lnSpc>
                <a:spcPct val="95000"/>
              </a:lnSpc>
              <a:spcBef>
                <a:spcPts val="400"/>
              </a:spcBef>
              <a:spcAft>
                <a:spcPts val="0"/>
              </a:spcAft>
              <a:buClr>
                <a:schemeClr val="dk1"/>
              </a:buClr>
              <a:buSzPts val="1200"/>
              <a:buFont typeface="Arial"/>
              <a:buNone/>
              <a:defRPr b="0" i="0" sz="1200" u="none" cap="none" strike="noStrike">
                <a:solidFill>
                  <a:schemeClr val="dk1"/>
                </a:solidFill>
                <a:latin typeface="Open Sans"/>
                <a:ea typeface="Open Sans"/>
                <a:cs typeface="Open Sans"/>
                <a:sym typeface="Open Sans"/>
              </a:defRPr>
            </a:lvl5pPr>
            <a:lvl6pPr lvl="5"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Open Sans"/>
                <a:ea typeface="Open Sans"/>
                <a:cs typeface="Open Sans"/>
                <a:sym typeface="Open Sans"/>
              </a:defRPr>
            </a:lvl6pPr>
            <a:lvl7pPr lvl="6"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Open Sans"/>
                <a:ea typeface="Open Sans"/>
                <a:cs typeface="Open Sans"/>
                <a:sym typeface="Open Sans"/>
              </a:defRPr>
            </a:lvl7pPr>
            <a:lvl8pPr lvl="7"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Open Sans"/>
                <a:ea typeface="Open Sans"/>
                <a:cs typeface="Open Sans"/>
                <a:sym typeface="Open Sans"/>
              </a:defRPr>
            </a:lvl8pPr>
            <a:lvl9pPr lvl="8" marR="0" rtl="0" algn="ctr">
              <a:lnSpc>
                <a:spcPct val="90000"/>
              </a:lnSpc>
              <a:spcBef>
                <a:spcPts val="400"/>
              </a:spcBef>
              <a:spcAft>
                <a:spcPts val="0"/>
              </a:spcAft>
              <a:buClr>
                <a:schemeClr val="dk1"/>
              </a:buClr>
              <a:buSzPts val="1200"/>
              <a:buFont typeface="Arial"/>
              <a:buNone/>
              <a:defRPr b="0" i="0" sz="1200" u="none" cap="none" strike="noStrike">
                <a:solidFill>
                  <a:schemeClr val="dk1"/>
                </a:solidFill>
                <a:latin typeface="Open Sans"/>
                <a:ea typeface="Open Sans"/>
                <a:cs typeface="Open Sans"/>
                <a:sym typeface="Open Sans"/>
              </a:defRPr>
            </a:lvl9pPr>
          </a:lstStyle>
          <a:p/>
        </p:txBody>
      </p:sp>
      <p:pic>
        <p:nvPicPr>
          <p:cNvPr id="78" name="Google Shape;78;p16"/>
          <p:cNvPicPr preferRelativeResize="0"/>
          <p:nvPr/>
        </p:nvPicPr>
        <p:blipFill rotWithShape="1">
          <a:blip r:embed="rId2">
            <a:alphaModFix/>
          </a:blip>
          <a:srcRect b="0" l="0" r="0" t="0"/>
          <a:stretch/>
        </p:blipFill>
        <p:spPr>
          <a:xfrm>
            <a:off x="7931350" y="2868216"/>
            <a:ext cx="497983" cy="526851"/>
          </a:xfrm>
          <a:prstGeom prst="rect">
            <a:avLst/>
          </a:prstGeom>
          <a:noFill/>
          <a:ln>
            <a:noFill/>
          </a:ln>
        </p:spPr>
      </p:pic>
      <p:pic>
        <p:nvPicPr>
          <p:cNvPr id="79" name="Google Shape;79;p16"/>
          <p:cNvPicPr preferRelativeResize="0"/>
          <p:nvPr/>
        </p:nvPicPr>
        <p:blipFill rotWithShape="1">
          <a:blip r:embed="rId3">
            <a:alphaModFix/>
          </a:blip>
          <a:srcRect b="18024" l="0" r="0" t="0"/>
          <a:stretch/>
        </p:blipFill>
        <p:spPr>
          <a:xfrm>
            <a:off x="7530765" y="3283805"/>
            <a:ext cx="687043" cy="1859695"/>
          </a:xfrm>
          <a:prstGeom prst="rect">
            <a:avLst/>
          </a:prstGeom>
          <a:noFill/>
          <a:ln>
            <a:noFill/>
          </a:ln>
        </p:spPr>
      </p:pic>
      <p:sp>
        <p:nvSpPr>
          <p:cNvPr id="80" name="Google Shape;80;p16"/>
          <p:cNvSpPr txBox="1"/>
          <p:nvPr>
            <p:ph idx="2" type="body"/>
          </p:nvPr>
        </p:nvSpPr>
        <p:spPr>
          <a:xfrm>
            <a:off x="542731" y="2759510"/>
            <a:ext cx="2448848" cy="294085"/>
          </a:xfrm>
          <a:prstGeom prst="rect">
            <a:avLst/>
          </a:prstGeom>
          <a:noFill/>
          <a:ln>
            <a:noFill/>
          </a:ln>
        </p:spPr>
        <p:txBody>
          <a:bodyPr anchorCtr="0" anchor="ctr" bIns="34275" lIns="0" spcFirstLastPara="1" rIns="34275" wrap="square" tIns="34275">
            <a:noAutofit/>
          </a:bodyPr>
          <a:lstStyle>
            <a:lvl1pPr indent="-228600" lvl="0" marL="457200" marR="0" rtl="0" algn="l">
              <a:lnSpc>
                <a:spcPct val="95000"/>
              </a:lnSpc>
              <a:spcBef>
                <a:spcPts val="800"/>
              </a:spcBef>
              <a:spcAft>
                <a:spcPts val="0"/>
              </a:spcAft>
              <a:buClr>
                <a:schemeClr val="dk1"/>
              </a:buClr>
              <a:buSzPts val="900"/>
              <a:buFont typeface="Arial"/>
              <a:buNone/>
              <a:defRPr b="1" i="0" sz="900" u="none" cap="none" strike="noStrike">
                <a:solidFill>
                  <a:schemeClr val="dk1"/>
                </a:solidFill>
                <a:latin typeface="Open Sans ExtraBold"/>
                <a:ea typeface="Open Sans ExtraBold"/>
                <a:cs typeface="Open Sans ExtraBold"/>
                <a:sym typeface="Open Sans ExtraBold"/>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pic>
        <p:nvPicPr>
          <p:cNvPr id="81" name="Google Shape;81;p16"/>
          <p:cNvPicPr preferRelativeResize="0"/>
          <p:nvPr/>
        </p:nvPicPr>
        <p:blipFill rotWithShape="1">
          <a:blip r:embed="rId4">
            <a:alphaModFix/>
          </a:blip>
          <a:srcRect b="21495" l="0" r="0" t="0"/>
          <a:stretch/>
        </p:blipFill>
        <p:spPr>
          <a:xfrm>
            <a:off x="4845844" y="-1"/>
            <a:ext cx="3614738" cy="2344172"/>
          </a:xfrm>
          <a:prstGeom prst="rect">
            <a:avLst/>
          </a:prstGeom>
          <a:noFill/>
          <a:ln>
            <a:noFill/>
          </a:ln>
        </p:spPr>
      </p:pic>
      <p:sp>
        <p:nvSpPr>
          <p:cNvPr id="82" name="Google Shape;82;p16"/>
          <p:cNvSpPr/>
          <p:nvPr/>
        </p:nvSpPr>
        <p:spPr>
          <a:xfrm>
            <a:off x="5064403" y="3819"/>
            <a:ext cx="1193921" cy="2336535"/>
          </a:xfrm>
          <a:custGeom>
            <a:rect b="b" l="l" r="r" t="t"/>
            <a:pathLst>
              <a:path extrusionOk="0" h="3115380" w="1591894">
                <a:moveTo>
                  <a:pt x="1052922" y="0"/>
                </a:moveTo>
                <a:lnTo>
                  <a:pt x="1591894" y="0"/>
                </a:lnTo>
                <a:lnTo>
                  <a:pt x="538972" y="3115380"/>
                </a:lnTo>
                <a:lnTo>
                  <a:pt x="0" y="3115380"/>
                </a:lnTo>
                <a:close/>
              </a:path>
            </a:pathLst>
          </a:custGeom>
          <a:solidFill>
            <a:schemeClr val="accent3"/>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Open Sans"/>
              <a:ea typeface="Open Sans"/>
              <a:cs typeface="Open Sans"/>
              <a:sym typeface="Open Sans"/>
            </a:endParaRPr>
          </a:p>
        </p:txBody>
      </p:sp>
      <p:sp>
        <p:nvSpPr>
          <p:cNvPr id="83" name="Google Shape;83;p16"/>
          <p:cNvSpPr/>
          <p:nvPr/>
        </p:nvSpPr>
        <p:spPr>
          <a:xfrm>
            <a:off x="5600526" y="3819"/>
            <a:ext cx="1193928" cy="2336536"/>
          </a:xfrm>
          <a:custGeom>
            <a:rect b="b" l="l" r="r" t="t"/>
            <a:pathLst>
              <a:path extrusionOk="0" h="3115381" w="1591904">
                <a:moveTo>
                  <a:pt x="1052878" y="0"/>
                </a:moveTo>
                <a:lnTo>
                  <a:pt x="1591904" y="0"/>
                </a:lnTo>
                <a:lnTo>
                  <a:pt x="538982" y="3115381"/>
                </a:lnTo>
                <a:lnTo>
                  <a:pt x="0" y="3115381"/>
                </a:lnTo>
                <a:close/>
              </a:path>
            </a:pathLst>
          </a:custGeom>
          <a:solidFill>
            <a:schemeClr val="accent3"/>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Open Sans"/>
              <a:ea typeface="Open Sans"/>
              <a:cs typeface="Open Sans"/>
              <a:sym typeface="Open Sans"/>
            </a:endParaRPr>
          </a:p>
        </p:txBody>
      </p:sp>
      <p:sp>
        <p:nvSpPr>
          <p:cNvPr id="84" name="Google Shape;84;p16"/>
          <p:cNvSpPr/>
          <p:nvPr/>
        </p:nvSpPr>
        <p:spPr>
          <a:xfrm>
            <a:off x="6137587" y="0"/>
            <a:ext cx="1756669" cy="2340355"/>
          </a:xfrm>
          <a:custGeom>
            <a:rect b="b" l="l" r="r" t="t"/>
            <a:pathLst>
              <a:path extrusionOk="0" h="3120473" w="2342226">
                <a:moveTo>
                  <a:pt x="1054599" y="0"/>
                </a:moveTo>
                <a:lnTo>
                  <a:pt x="2342226" y="0"/>
                </a:lnTo>
                <a:lnTo>
                  <a:pt x="1287561" y="3120473"/>
                </a:lnTo>
                <a:lnTo>
                  <a:pt x="0" y="3120473"/>
                </a:lnTo>
                <a:close/>
              </a:path>
            </a:pathLst>
          </a:custGeom>
          <a:solidFill>
            <a:schemeClr val="accent3"/>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Open Sans"/>
              <a:ea typeface="Open Sans"/>
              <a:cs typeface="Open Sans"/>
              <a:sym typeface="Open Sans"/>
            </a:endParaRPr>
          </a:p>
        </p:txBody>
      </p:sp>
      <p:sp>
        <p:nvSpPr>
          <p:cNvPr id="85" name="Google Shape;85;p16"/>
          <p:cNvSpPr/>
          <p:nvPr/>
        </p:nvSpPr>
        <p:spPr>
          <a:xfrm>
            <a:off x="7265621" y="3818"/>
            <a:ext cx="1195160" cy="2340354"/>
          </a:xfrm>
          <a:custGeom>
            <a:rect b="b" l="l" r="r" t="t"/>
            <a:pathLst>
              <a:path extrusionOk="0" h="3120472" w="1593547">
                <a:moveTo>
                  <a:pt x="1054605" y="0"/>
                </a:moveTo>
                <a:lnTo>
                  <a:pt x="1593547" y="0"/>
                </a:lnTo>
                <a:lnTo>
                  <a:pt x="539000" y="3120472"/>
                </a:lnTo>
                <a:lnTo>
                  <a:pt x="0" y="3120472"/>
                </a:lnTo>
                <a:close/>
              </a:path>
            </a:pathLst>
          </a:custGeom>
          <a:solidFill>
            <a:schemeClr val="accent3"/>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Open Sans"/>
              <a:ea typeface="Open Sans"/>
              <a:cs typeface="Open Sans"/>
              <a:sym typeface="Open Sans"/>
            </a:endParaRPr>
          </a:p>
        </p:txBody>
      </p:sp>
      <p:sp>
        <p:nvSpPr>
          <p:cNvPr id="86" name="Google Shape;86;p16"/>
          <p:cNvSpPr txBox="1"/>
          <p:nvPr/>
        </p:nvSpPr>
        <p:spPr>
          <a:xfrm>
            <a:off x="236762" y="4805319"/>
            <a:ext cx="4286400" cy="129000"/>
          </a:xfrm>
          <a:prstGeom prst="rect">
            <a:avLst/>
          </a:prstGeom>
          <a:noFill/>
          <a:ln>
            <a:noFill/>
          </a:ln>
        </p:spPr>
        <p:txBody>
          <a:bodyPr anchorCtr="0" anchor="b" bIns="25700" lIns="51425" spcFirstLastPara="1" rIns="51425" wrap="square" tIns="25700">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chemeClr val="dk1"/>
                </a:solidFill>
                <a:latin typeface="Open Sans"/>
                <a:ea typeface="Open Sans"/>
                <a:cs typeface="Open Sans"/>
                <a:sym typeface="Open Sans"/>
              </a:rPr>
              <a:t>Confidential and Proprietary. Do not distribute without Couchbase consent. © Couchbase 202</a:t>
            </a:r>
            <a:r>
              <a:rPr lang="en" sz="500">
                <a:solidFill>
                  <a:schemeClr val="dk1"/>
                </a:solidFill>
                <a:latin typeface="Open Sans"/>
                <a:ea typeface="Open Sans"/>
                <a:cs typeface="Open Sans"/>
                <a:sym typeface="Open Sans"/>
              </a:rPr>
              <a:t>5</a:t>
            </a:r>
            <a:r>
              <a:rPr b="0" i="0" lang="en" sz="500" u="none" cap="none" strike="noStrike">
                <a:solidFill>
                  <a:schemeClr val="dk1"/>
                </a:solidFill>
                <a:latin typeface="Open Sans"/>
                <a:ea typeface="Open Sans"/>
                <a:cs typeface="Open Sans"/>
                <a:sym typeface="Open Sans"/>
              </a:rPr>
              <a:t>. All rights reserved. </a:t>
            </a:r>
            <a:endParaRPr b="0" i="0" sz="500" u="none" cap="none" strike="noStrike">
              <a:solidFill>
                <a:schemeClr val="dk1"/>
              </a:solidFill>
              <a:latin typeface="Open Sans"/>
              <a:ea typeface="Open Sans"/>
              <a:cs typeface="Open Sans"/>
              <a:sym typeface="Open Sans"/>
            </a:endParaRPr>
          </a:p>
        </p:txBody>
      </p:sp>
      <p:sp>
        <p:nvSpPr>
          <p:cNvPr id="87" name="Google Shape;87;p16"/>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pic>
        <p:nvPicPr>
          <p:cNvPr id="88" name="Google Shape;88;p16"/>
          <p:cNvPicPr preferRelativeResize="0"/>
          <p:nvPr/>
        </p:nvPicPr>
        <p:blipFill>
          <a:blip r:embed="rId5">
            <a:alphaModFix/>
          </a:blip>
          <a:stretch>
            <a:fillRect/>
          </a:stretch>
        </p:blipFill>
        <p:spPr>
          <a:xfrm>
            <a:off x="556250" y="329872"/>
            <a:ext cx="2204799" cy="510353"/>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lide 1">
  <p:cSld name="Agenda Slide 1">
    <p:spTree>
      <p:nvGrpSpPr>
        <p:cNvPr id="89" name="Shape 89"/>
        <p:cNvGrpSpPr/>
        <p:nvPr/>
      </p:nvGrpSpPr>
      <p:grpSpPr>
        <a:xfrm>
          <a:off x="0" y="0"/>
          <a:ext cx="0" cy="0"/>
          <a:chOff x="0" y="0"/>
          <a:chExt cx="0" cy="0"/>
        </a:xfrm>
      </p:grpSpPr>
      <p:sp>
        <p:nvSpPr>
          <p:cNvPr id="90" name="Google Shape;90;p17"/>
          <p:cNvSpPr/>
          <p:nvPr/>
        </p:nvSpPr>
        <p:spPr>
          <a:xfrm>
            <a:off x="292504" y="0"/>
            <a:ext cx="8854936" cy="5149031"/>
          </a:xfrm>
          <a:custGeom>
            <a:rect b="b" l="l" r="r" t="t"/>
            <a:pathLst>
              <a:path extrusionOk="0" h="6895067" w="11857646">
                <a:moveTo>
                  <a:pt x="1803451" y="0"/>
                </a:moveTo>
                <a:lnTo>
                  <a:pt x="11835355" y="7263"/>
                </a:lnTo>
                <a:cubicBezTo>
                  <a:pt x="11832857" y="2295761"/>
                  <a:pt x="11859982" y="4599161"/>
                  <a:pt x="11857484" y="6887659"/>
                </a:cubicBezTo>
                <a:lnTo>
                  <a:pt x="0" y="6895067"/>
                </a:lnTo>
                <a:lnTo>
                  <a:pt x="1803451" y="0"/>
                </a:lnTo>
                <a:close/>
              </a:path>
            </a:pathLst>
          </a:custGeom>
          <a:solidFill>
            <a:schemeClr val="accent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0" i="0" sz="1100" u="none" cap="none" strike="noStrike">
              <a:solidFill>
                <a:schemeClr val="lt1"/>
              </a:solidFill>
              <a:latin typeface="Arial"/>
              <a:ea typeface="Arial"/>
              <a:cs typeface="Arial"/>
              <a:sym typeface="Arial"/>
            </a:endParaRPr>
          </a:p>
        </p:txBody>
      </p:sp>
      <p:sp>
        <p:nvSpPr>
          <p:cNvPr id="91" name="Google Shape;91;p17"/>
          <p:cNvSpPr txBox="1"/>
          <p:nvPr>
            <p:ph idx="1" type="body"/>
          </p:nvPr>
        </p:nvSpPr>
        <p:spPr>
          <a:xfrm>
            <a:off x="5280728" y="1182961"/>
            <a:ext cx="2420580" cy="3112219"/>
          </a:xfrm>
          <a:prstGeom prst="rect">
            <a:avLst/>
          </a:prstGeom>
          <a:noFill/>
          <a:ln>
            <a:noFill/>
          </a:ln>
        </p:spPr>
        <p:txBody>
          <a:bodyPr anchorCtr="0" anchor="t" bIns="34275" lIns="0" spcFirstLastPara="1" rIns="34275" wrap="square" tIns="34275">
            <a:noAutofit/>
          </a:bodyPr>
          <a:lstStyle>
            <a:lvl1pPr indent="-228600" lvl="0" marL="457200" marR="0" rtl="0" algn="l">
              <a:lnSpc>
                <a:spcPct val="200000"/>
              </a:lnSpc>
              <a:spcBef>
                <a:spcPts val="1300"/>
              </a:spcBef>
              <a:spcAft>
                <a:spcPts val="0"/>
              </a:spcAft>
              <a:buClr>
                <a:schemeClr val="dk1"/>
              </a:buClr>
              <a:buSzPts val="1200"/>
              <a:buFont typeface="Arial"/>
              <a:buNone/>
              <a:defRPr b="0" i="0" sz="1200" u="none" cap="none" strike="noStrike">
                <a:solidFill>
                  <a:schemeClr val="dk1"/>
                </a:solidFill>
                <a:latin typeface="Open Sans SemiBold"/>
                <a:ea typeface="Open Sans SemiBold"/>
                <a:cs typeface="Open Sans SemiBold"/>
                <a:sym typeface="Open Sans SemiBold"/>
              </a:defRPr>
            </a:lvl1pPr>
            <a:lvl2pPr indent="-228600" lvl="1" marL="914400" marR="0" rtl="0" algn="l">
              <a:lnSpc>
                <a:spcPct val="95000"/>
              </a:lnSpc>
              <a:spcBef>
                <a:spcPts val="400"/>
              </a:spcBef>
              <a:spcAft>
                <a:spcPts val="0"/>
              </a:spcAft>
              <a:buClr>
                <a:schemeClr val="dk1"/>
              </a:buClr>
              <a:buSzPts val="900"/>
              <a:buFont typeface="Arial"/>
              <a:buNone/>
              <a:defRPr b="0" i="0" sz="900" u="none" cap="none" strike="noStrike">
                <a:solidFill>
                  <a:schemeClr val="dk1"/>
                </a:solidFill>
                <a:latin typeface="Open Sans"/>
                <a:ea typeface="Open Sans"/>
                <a:cs typeface="Open Sans"/>
                <a:sym typeface="Open Sans"/>
              </a:defRPr>
            </a:lvl2pPr>
            <a:lvl3pPr indent="-285750" lvl="2" marL="1371600" marR="0" rtl="0" algn="l">
              <a:lnSpc>
                <a:spcPct val="95000"/>
              </a:lnSpc>
              <a:spcBef>
                <a:spcPts val="400"/>
              </a:spcBef>
              <a:spcAft>
                <a:spcPts val="0"/>
              </a:spcAft>
              <a:buClr>
                <a:schemeClr val="accent2"/>
              </a:buClr>
              <a:buSzPts val="900"/>
              <a:buFont typeface="Open Sans"/>
              <a:buChar char="–"/>
              <a:defRPr b="0" i="0" sz="900" u="none" cap="none" strike="noStrike">
                <a:solidFill>
                  <a:schemeClr val="accent2"/>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92" name="Google Shape;92;p17"/>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pic>
        <p:nvPicPr>
          <p:cNvPr id="93" name="Google Shape;93;p17"/>
          <p:cNvPicPr preferRelativeResize="0"/>
          <p:nvPr/>
        </p:nvPicPr>
        <p:blipFill rotWithShape="1">
          <a:blip r:embed="rId2">
            <a:alphaModFix/>
          </a:blip>
          <a:srcRect b="0" l="0" r="76885" t="0"/>
          <a:stretch/>
        </p:blipFill>
        <p:spPr>
          <a:xfrm>
            <a:off x="8611316" y="4747501"/>
            <a:ext cx="251817" cy="248342"/>
          </a:xfrm>
          <a:prstGeom prst="rect">
            <a:avLst/>
          </a:prstGeom>
          <a:noFill/>
          <a:ln>
            <a:noFill/>
          </a:ln>
        </p:spPr>
      </p:pic>
      <p:sp>
        <p:nvSpPr>
          <p:cNvPr id="94" name="Google Shape;94;p17"/>
          <p:cNvSpPr txBox="1"/>
          <p:nvPr>
            <p:ph type="title"/>
          </p:nvPr>
        </p:nvSpPr>
        <p:spPr>
          <a:xfrm>
            <a:off x="1712984" y="1182961"/>
            <a:ext cx="3443964" cy="639116"/>
          </a:xfrm>
          <a:prstGeom prst="rect">
            <a:avLst/>
          </a:prstGeom>
          <a:noFill/>
          <a:ln>
            <a:noFill/>
          </a:ln>
        </p:spPr>
        <p:txBody>
          <a:bodyPr anchorCtr="0" anchor="b" bIns="34275" lIns="0" spcFirstLastPara="1" rIns="34275" wrap="square" tIns="34275">
            <a:noAutofit/>
          </a:bodyPr>
          <a:lstStyle>
            <a:lvl1pPr lvl="0" algn="l">
              <a:lnSpc>
                <a:spcPct val="90000"/>
              </a:lnSpc>
              <a:spcBef>
                <a:spcPts val="0"/>
              </a:spcBef>
              <a:spcAft>
                <a:spcPts val="0"/>
              </a:spcAft>
              <a:buClr>
                <a:schemeClr val="dk1"/>
              </a:buClr>
              <a:buSzPts val="3000"/>
              <a:buFont typeface="Open Sans"/>
              <a:buNone/>
              <a:defRPr>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lide 2">
  <p:cSld name="Agenda Slide 2">
    <p:spTree>
      <p:nvGrpSpPr>
        <p:cNvPr id="95" name="Shape 95"/>
        <p:cNvGrpSpPr/>
        <p:nvPr/>
      </p:nvGrpSpPr>
      <p:grpSpPr>
        <a:xfrm>
          <a:off x="0" y="0"/>
          <a:ext cx="0" cy="0"/>
          <a:chOff x="0" y="0"/>
          <a:chExt cx="0" cy="0"/>
        </a:xfrm>
      </p:grpSpPr>
      <p:sp>
        <p:nvSpPr>
          <p:cNvPr id="96" name="Google Shape;96;p18"/>
          <p:cNvSpPr/>
          <p:nvPr/>
        </p:nvSpPr>
        <p:spPr>
          <a:xfrm rot="10800000">
            <a:off x="-1377672" y="0"/>
            <a:ext cx="4684775" cy="5143500"/>
          </a:xfrm>
          <a:custGeom>
            <a:rect b="b" l="l" r="r" t="t"/>
            <a:pathLst>
              <a:path extrusionOk="0" h="6887661" w="6273382">
                <a:moveTo>
                  <a:pt x="2277440" y="0"/>
                </a:moveTo>
                <a:lnTo>
                  <a:pt x="6273382" y="14670"/>
                </a:lnTo>
                <a:cubicBezTo>
                  <a:pt x="6270884" y="2303168"/>
                  <a:pt x="6268385" y="4599161"/>
                  <a:pt x="6265887" y="6887659"/>
                </a:cubicBezTo>
                <a:lnTo>
                  <a:pt x="0" y="6887661"/>
                </a:lnTo>
                <a:lnTo>
                  <a:pt x="2277440" y="0"/>
                </a:lnTo>
                <a:close/>
              </a:path>
            </a:pathLst>
          </a:custGeom>
          <a:solidFill>
            <a:schemeClr val="accent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0" i="0" sz="1100" u="none" cap="none" strike="noStrike">
              <a:solidFill>
                <a:schemeClr val="lt1"/>
              </a:solidFill>
              <a:latin typeface="Arial"/>
              <a:ea typeface="Arial"/>
              <a:cs typeface="Arial"/>
              <a:sym typeface="Arial"/>
            </a:endParaRPr>
          </a:p>
        </p:txBody>
      </p:sp>
      <p:sp>
        <p:nvSpPr>
          <p:cNvPr id="97" name="Google Shape;97;p18"/>
          <p:cNvSpPr txBox="1"/>
          <p:nvPr>
            <p:ph type="title"/>
          </p:nvPr>
        </p:nvSpPr>
        <p:spPr>
          <a:xfrm>
            <a:off x="553292" y="633889"/>
            <a:ext cx="1544113" cy="994172"/>
          </a:xfrm>
          <a:prstGeom prst="rect">
            <a:avLst/>
          </a:prstGeom>
          <a:noFill/>
          <a:ln>
            <a:noFill/>
          </a:ln>
        </p:spPr>
        <p:txBody>
          <a:bodyPr anchorCtr="0" anchor="b" bIns="34275" lIns="0" spcFirstLastPara="1" rIns="34275" wrap="square" tIns="34275">
            <a:noAutofit/>
          </a:bodyPr>
          <a:lstStyle>
            <a:lvl1pPr lvl="0" algn="l">
              <a:lnSpc>
                <a:spcPct val="90000"/>
              </a:lnSpc>
              <a:spcBef>
                <a:spcPts val="0"/>
              </a:spcBef>
              <a:spcAft>
                <a:spcPts val="0"/>
              </a:spcAft>
              <a:buClr>
                <a:schemeClr val="dk1"/>
              </a:buClr>
              <a:buSzPts val="3000"/>
              <a:buFont typeface="Open Sans"/>
              <a:buNone/>
              <a:defRPr>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8" name="Google Shape;98;p18"/>
          <p:cNvSpPr txBox="1"/>
          <p:nvPr>
            <p:ph idx="1" type="body"/>
          </p:nvPr>
        </p:nvSpPr>
        <p:spPr>
          <a:xfrm>
            <a:off x="4572000" y="1181174"/>
            <a:ext cx="2420580" cy="3112219"/>
          </a:xfrm>
          <a:prstGeom prst="rect">
            <a:avLst/>
          </a:prstGeom>
          <a:noFill/>
          <a:ln>
            <a:noFill/>
          </a:ln>
        </p:spPr>
        <p:txBody>
          <a:bodyPr anchorCtr="0" anchor="t" bIns="34275" lIns="0" spcFirstLastPara="1" rIns="34275" wrap="square" tIns="34275">
            <a:noAutofit/>
          </a:bodyPr>
          <a:lstStyle>
            <a:lvl1pPr indent="-228600" lvl="0" marL="457200" marR="0" rtl="0" algn="l">
              <a:lnSpc>
                <a:spcPct val="95000"/>
              </a:lnSpc>
              <a:spcBef>
                <a:spcPts val="1300"/>
              </a:spcBef>
              <a:spcAft>
                <a:spcPts val="0"/>
              </a:spcAft>
              <a:buClr>
                <a:schemeClr val="dk1"/>
              </a:buClr>
              <a:buSzPts val="1200"/>
              <a:buFont typeface="Arial"/>
              <a:buNone/>
              <a:defRPr b="0" i="0" sz="1200" u="none" cap="none" strike="noStrike">
                <a:solidFill>
                  <a:schemeClr val="dk1"/>
                </a:solidFill>
                <a:latin typeface="Open Sans SemiBold"/>
                <a:ea typeface="Open Sans SemiBold"/>
                <a:cs typeface="Open Sans SemiBold"/>
                <a:sym typeface="Open Sans SemiBold"/>
              </a:defRPr>
            </a:lvl1pPr>
            <a:lvl2pPr indent="-228600" lvl="1" marL="914400" marR="0" rtl="0" algn="l">
              <a:lnSpc>
                <a:spcPct val="95000"/>
              </a:lnSpc>
              <a:spcBef>
                <a:spcPts val="400"/>
              </a:spcBef>
              <a:spcAft>
                <a:spcPts val="0"/>
              </a:spcAft>
              <a:buClr>
                <a:schemeClr val="dk1"/>
              </a:buClr>
              <a:buSzPts val="900"/>
              <a:buFont typeface="Arial"/>
              <a:buNone/>
              <a:defRPr b="0" i="0" sz="900" u="none" cap="none" strike="noStrike">
                <a:solidFill>
                  <a:schemeClr val="dk1"/>
                </a:solidFill>
                <a:latin typeface="Open Sans"/>
                <a:ea typeface="Open Sans"/>
                <a:cs typeface="Open Sans"/>
                <a:sym typeface="Open Sans"/>
              </a:defRPr>
            </a:lvl2pPr>
            <a:lvl3pPr indent="-285750" lvl="2" marL="1371600" marR="0" rtl="0" algn="l">
              <a:lnSpc>
                <a:spcPct val="95000"/>
              </a:lnSpc>
              <a:spcBef>
                <a:spcPts val="400"/>
              </a:spcBef>
              <a:spcAft>
                <a:spcPts val="0"/>
              </a:spcAft>
              <a:buClr>
                <a:schemeClr val="accent2"/>
              </a:buClr>
              <a:buSzPts val="900"/>
              <a:buFont typeface="Open Sans"/>
              <a:buChar char="–"/>
              <a:defRPr b="0" i="0" sz="900" u="none" cap="none" strike="noStrike">
                <a:solidFill>
                  <a:schemeClr val="accent2"/>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99" name="Google Shape;99;p18"/>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pic>
        <p:nvPicPr>
          <p:cNvPr id="100" name="Google Shape;100;p18"/>
          <p:cNvPicPr preferRelativeResize="0"/>
          <p:nvPr/>
        </p:nvPicPr>
        <p:blipFill rotWithShape="1">
          <a:blip r:embed="rId2">
            <a:alphaModFix/>
          </a:blip>
          <a:srcRect b="0" l="0" r="76885" t="0"/>
          <a:stretch/>
        </p:blipFill>
        <p:spPr>
          <a:xfrm>
            <a:off x="8611316" y="4747501"/>
            <a:ext cx="251817" cy="248342"/>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2" type="secHead">
  <p:cSld name="SECTION_HEADER">
    <p:spTree>
      <p:nvGrpSpPr>
        <p:cNvPr id="101" name="Shape 101"/>
        <p:cNvGrpSpPr/>
        <p:nvPr/>
      </p:nvGrpSpPr>
      <p:grpSpPr>
        <a:xfrm>
          <a:off x="0" y="0"/>
          <a:ext cx="0" cy="0"/>
          <a:chOff x="0" y="0"/>
          <a:chExt cx="0" cy="0"/>
        </a:xfrm>
      </p:grpSpPr>
      <p:sp>
        <p:nvSpPr>
          <p:cNvPr id="102" name="Google Shape;102;p19"/>
          <p:cNvSpPr/>
          <p:nvPr/>
        </p:nvSpPr>
        <p:spPr>
          <a:xfrm>
            <a:off x="4522509" y="0"/>
            <a:ext cx="4621492" cy="5143500"/>
          </a:xfrm>
          <a:custGeom>
            <a:rect b="b" l="l" r="r" t="t"/>
            <a:pathLst>
              <a:path extrusionOk="0" h="6858000" w="6161989">
                <a:moveTo>
                  <a:pt x="2311030" y="1723"/>
                </a:moveTo>
                <a:lnTo>
                  <a:pt x="3237197" y="1723"/>
                </a:lnTo>
                <a:lnTo>
                  <a:pt x="926170" y="6858000"/>
                </a:lnTo>
                <a:lnTo>
                  <a:pt x="0" y="6858000"/>
                </a:lnTo>
                <a:close/>
                <a:moveTo>
                  <a:pt x="3923166" y="0"/>
                </a:moveTo>
                <a:lnTo>
                  <a:pt x="6161989" y="0"/>
                </a:lnTo>
                <a:lnTo>
                  <a:pt x="6161989" y="6856105"/>
                </a:lnTo>
                <a:lnTo>
                  <a:pt x="1743783" y="6856105"/>
                </a:lnTo>
                <a:close/>
              </a:path>
            </a:pathLst>
          </a:custGeom>
          <a:solidFill>
            <a:schemeClr val="accent4"/>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Open Sans"/>
              <a:ea typeface="Open Sans"/>
              <a:cs typeface="Open Sans"/>
              <a:sym typeface="Open Sans"/>
            </a:endParaRPr>
          </a:p>
        </p:txBody>
      </p:sp>
      <p:sp>
        <p:nvSpPr>
          <p:cNvPr id="103" name="Google Shape;103;p19"/>
          <p:cNvSpPr txBox="1"/>
          <p:nvPr>
            <p:ph type="title"/>
          </p:nvPr>
        </p:nvSpPr>
        <p:spPr>
          <a:xfrm>
            <a:off x="570976" y="1458257"/>
            <a:ext cx="3791277" cy="966066"/>
          </a:xfrm>
          <a:prstGeom prst="rect">
            <a:avLst/>
          </a:prstGeom>
          <a:noFill/>
          <a:ln>
            <a:noFill/>
          </a:ln>
        </p:spPr>
        <p:txBody>
          <a:bodyPr anchorCtr="0" anchor="t" bIns="34275" lIns="0" spcFirstLastPara="1" rIns="34275" wrap="square" tIns="34275">
            <a:noAutofit/>
          </a:bodyPr>
          <a:lstStyle>
            <a:lvl1pPr lvl="0" algn="l">
              <a:lnSpc>
                <a:spcPct val="90000"/>
              </a:lnSpc>
              <a:spcBef>
                <a:spcPts val="0"/>
              </a:spcBef>
              <a:spcAft>
                <a:spcPts val="0"/>
              </a:spcAft>
              <a:buClr>
                <a:schemeClr val="dk1"/>
              </a:buClr>
              <a:buSzPts val="3000"/>
              <a:buFont typeface="Open Sans"/>
              <a:buNone/>
              <a:defRPr sz="30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19"/>
          <p:cNvSpPr txBox="1"/>
          <p:nvPr>
            <p:ph idx="1" type="body"/>
          </p:nvPr>
        </p:nvSpPr>
        <p:spPr>
          <a:xfrm>
            <a:off x="570976" y="2571750"/>
            <a:ext cx="3628665" cy="404039"/>
          </a:xfrm>
          <a:prstGeom prst="rect">
            <a:avLst/>
          </a:prstGeom>
          <a:noFill/>
          <a:ln>
            <a:noFill/>
          </a:ln>
        </p:spPr>
        <p:txBody>
          <a:bodyPr anchorCtr="0" anchor="t" bIns="34275" lIns="0" spcFirstLastPara="1" rIns="34275" wrap="square" tIns="34275">
            <a:noAutofit/>
          </a:bodyPr>
          <a:lstStyle>
            <a:lvl1pPr indent="-228600" lvl="0" marL="457200" marR="0" rtl="0" algn="l">
              <a:lnSpc>
                <a:spcPct val="95000"/>
              </a:lnSpc>
              <a:spcBef>
                <a:spcPts val="800"/>
              </a:spcBef>
              <a:spcAft>
                <a:spcPts val="0"/>
              </a:spcAft>
              <a:buClr>
                <a:srgbClr val="888888"/>
              </a:buClr>
              <a:buSzPts val="1800"/>
              <a:buFont typeface="Arial"/>
              <a:buNone/>
              <a:defRPr b="0" i="0" sz="1800" u="none" cap="none" strike="noStrike">
                <a:solidFill>
                  <a:srgbClr val="888888"/>
                </a:solidFill>
                <a:latin typeface="Open Sans"/>
                <a:ea typeface="Open Sans"/>
                <a:cs typeface="Open Sans"/>
                <a:sym typeface="Open Sans"/>
              </a:defRPr>
            </a:lvl1pPr>
            <a:lvl2pPr indent="-228600" lvl="1" marL="914400" marR="0" rtl="0" algn="l">
              <a:lnSpc>
                <a:spcPct val="95000"/>
              </a:lnSpc>
              <a:spcBef>
                <a:spcPts val="400"/>
              </a:spcBef>
              <a:spcAft>
                <a:spcPts val="0"/>
              </a:spcAft>
              <a:buClr>
                <a:srgbClr val="888888"/>
              </a:buClr>
              <a:buSzPts val="1500"/>
              <a:buFont typeface="Arial"/>
              <a:buNone/>
              <a:defRPr b="0" i="0" sz="1500" u="none" cap="none" strike="noStrike">
                <a:solidFill>
                  <a:srgbClr val="888888"/>
                </a:solidFill>
                <a:latin typeface="Open Sans"/>
                <a:ea typeface="Open Sans"/>
                <a:cs typeface="Open Sans"/>
                <a:sym typeface="Open Sans"/>
              </a:defRPr>
            </a:lvl2pPr>
            <a:lvl3pPr indent="-228600" lvl="2" marL="1371600" marR="0" rtl="0" algn="l">
              <a:lnSpc>
                <a:spcPct val="95000"/>
              </a:lnSpc>
              <a:spcBef>
                <a:spcPts val="400"/>
              </a:spcBef>
              <a:spcAft>
                <a:spcPts val="0"/>
              </a:spcAft>
              <a:buClr>
                <a:srgbClr val="888888"/>
              </a:buClr>
              <a:buSzPts val="1400"/>
              <a:buFont typeface="Open Sans"/>
              <a:buNone/>
              <a:defRPr b="0" i="0" sz="1400" u="none" cap="none" strike="noStrike">
                <a:solidFill>
                  <a:srgbClr val="888888"/>
                </a:solidFill>
                <a:latin typeface="Open Sans"/>
                <a:ea typeface="Open Sans"/>
                <a:cs typeface="Open Sans"/>
                <a:sym typeface="Open Sans"/>
              </a:defRPr>
            </a:lvl3pPr>
            <a:lvl4pPr indent="-228600" lvl="3" marL="1828800" marR="0" rtl="0" algn="l">
              <a:lnSpc>
                <a:spcPct val="95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4pPr>
            <a:lvl5pPr indent="-228600" lvl="4" marL="2286000" marR="0" rtl="0" algn="l">
              <a:lnSpc>
                <a:spcPct val="95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5pPr>
            <a:lvl6pPr indent="-228600" lvl="5" marL="27432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6pPr>
            <a:lvl7pPr indent="-228600" lvl="6" marL="32004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7pPr>
            <a:lvl8pPr indent="-228600" lvl="7" marL="36576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8pPr>
            <a:lvl9pPr indent="-228600" lvl="8" marL="41148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9pPr>
          </a:lstStyle>
          <a:p/>
        </p:txBody>
      </p:sp>
      <p:pic>
        <p:nvPicPr>
          <p:cNvPr id="105" name="Google Shape;105;p19"/>
          <p:cNvPicPr preferRelativeResize="0"/>
          <p:nvPr/>
        </p:nvPicPr>
        <p:blipFill rotWithShape="1">
          <a:blip r:embed="rId2">
            <a:alphaModFix/>
          </a:blip>
          <a:srcRect b="0" l="0" r="0" t="0"/>
          <a:stretch/>
        </p:blipFill>
        <p:spPr>
          <a:xfrm>
            <a:off x="1976348" y="3300832"/>
            <a:ext cx="288231" cy="321649"/>
          </a:xfrm>
          <a:prstGeom prst="rect">
            <a:avLst/>
          </a:prstGeom>
          <a:noFill/>
          <a:ln>
            <a:noFill/>
          </a:ln>
        </p:spPr>
      </p:pic>
      <p:sp>
        <p:nvSpPr>
          <p:cNvPr id="106" name="Google Shape;106;p19"/>
          <p:cNvSpPr/>
          <p:nvPr/>
        </p:nvSpPr>
        <p:spPr>
          <a:xfrm>
            <a:off x="4970353" y="0"/>
            <a:ext cx="3252535" cy="3113907"/>
          </a:xfrm>
          <a:custGeom>
            <a:rect b="b" l="l" r="r" t="t"/>
            <a:pathLst>
              <a:path extrusionOk="0" h="2992134" w="3125341">
                <a:moveTo>
                  <a:pt x="2097435" y="937566"/>
                </a:moveTo>
                <a:lnTo>
                  <a:pt x="2590576" y="937566"/>
                </a:lnTo>
                <a:lnTo>
                  <a:pt x="2590576" y="1472330"/>
                </a:lnTo>
                <a:lnTo>
                  <a:pt x="3125341" y="1472330"/>
                </a:lnTo>
                <a:lnTo>
                  <a:pt x="3125341" y="1965471"/>
                </a:lnTo>
                <a:lnTo>
                  <a:pt x="2590576" y="1965471"/>
                </a:lnTo>
                <a:lnTo>
                  <a:pt x="2590576" y="2500235"/>
                </a:lnTo>
                <a:lnTo>
                  <a:pt x="2097435" y="2500235"/>
                </a:lnTo>
                <a:lnTo>
                  <a:pt x="2097435" y="1965471"/>
                </a:lnTo>
                <a:lnTo>
                  <a:pt x="1562670" y="1965471"/>
                </a:lnTo>
                <a:lnTo>
                  <a:pt x="1562670" y="2457370"/>
                </a:lnTo>
                <a:lnTo>
                  <a:pt x="1027906" y="2457370"/>
                </a:lnTo>
                <a:lnTo>
                  <a:pt x="1027906" y="2992134"/>
                </a:lnTo>
                <a:lnTo>
                  <a:pt x="534765" y="2992134"/>
                </a:lnTo>
                <a:lnTo>
                  <a:pt x="534765" y="2457370"/>
                </a:lnTo>
                <a:lnTo>
                  <a:pt x="0" y="2457370"/>
                </a:lnTo>
                <a:lnTo>
                  <a:pt x="0" y="1964229"/>
                </a:lnTo>
                <a:lnTo>
                  <a:pt x="534765" y="1964229"/>
                </a:lnTo>
                <a:lnTo>
                  <a:pt x="534765" y="1429464"/>
                </a:lnTo>
                <a:lnTo>
                  <a:pt x="1027906" y="1429464"/>
                </a:lnTo>
                <a:lnTo>
                  <a:pt x="1027906" y="1964229"/>
                </a:lnTo>
                <a:lnTo>
                  <a:pt x="1562670" y="1964229"/>
                </a:lnTo>
                <a:lnTo>
                  <a:pt x="1562670" y="1472330"/>
                </a:lnTo>
                <a:lnTo>
                  <a:pt x="2097435" y="1472330"/>
                </a:lnTo>
                <a:close/>
                <a:moveTo>
                  <a:pt x="534765" y="0"/>
                </a:moveTo>
                <a:lnTo>
                  <a:pt x="1027906" y="0"/>
                </a:lnTo>
                <a:lnTo>
                  <a:pt x="1027906" y="291475"/>
                </a:lnTo>
                <a:lnTo>
                  <a:pt x="1562670" y="291475"/>
                </a:lnTo>
                <a:lnTo>
                  <a:pt x="1562670" y="0"/>
                </a:lnTo>
                <a:lnTo>
                  <a:pt x="3125341" y="0"/>
                </a:lnTo>
                <a:lnTo>
                  <a:pt x="3125341" y="292718"/>
                </a:lnTo>
                <a:lnTo>
                  <a:pt x="2590576" y="292718"/>
                </a:lnTo>
                <a:lnTo>
                  <a:pt x="2590576" y="827482"/>
                </a:lnTo>
                <a:lnTo>
                  <a:pt x="2097435" y="827482"/>
                </a:lnTo>
                <a:lnTo>
                  <a:pt x="2097435" y="292718"/>
                </a:lnTo>
                <a:lnTo>
                  <a:pt x="1562670" y="292718"/>
                </a:lnTo>
                <a:lnTo>
                  <a:pt x="1562670" y="784616"/>
                </a:lnTo>
                <a:lnTo>
                  <a:pt x="1027906" y="784616"/>
                </a:lnTo>
                <a:lnTo>
                  <a:pt x="1027906" y="1319380"/>
                </a:lnTo>
                <a:lnTo>
                  <a:pt x="534765" y="1319380"/>
                </a:lnTo>
                <a:lnTo>
                  <a:pt x="534765" y="784616"/>
                </a:lnTo>
                <a:lnTo>
                  <a:pt x="0" y="784616"/>
                </a:lnTo>
                <a:lnTo>
                  <a:pt x="0" y="291475"/>
                </a:lnTo>
                <a:lnTo>
                  <a:pt x="534765" y="291475"/>
                </a:lnTo>
                <a:close/>
              </a:path>
            </a:pathLst>
          </a:custGeom>
          <a:solidFill>
            <a:schemeClr val="accent3"/>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Open Sans"/>
              <a:ea typeface="Open Sans"/>
              <a:cs typeface="Open Sans"/>
              <a:sym typeface="Open Sans"/>
            </a:endParaRPr>
          </a:p>
        </p:txBody>
      </p:sp>
      <p:sp>
        <p:nvSpPr>
          <p:cNvPr id="107" name="Google Shape;107;p19"/>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pic>
        <p:nvPicPr>
          <p:cNvPr id="108" name="Google Shape;108;p19"/>
          <p:cNvPicPr preferRelativeResize="0"/>
          <p:nvPr/>
        </p:nvPicPr>
        <p:blipFill rotWithShape="1">
          <a:blip r:embed="rId3">
            <a:alphaModFix/>
          </a:blip>
          <a:srcRect b="0" l="0" r="76885" t="0"/>
          <a:stretch/>
        </p:blipFill>
        <p:spPr>
          <a:xfrm>
            <a:off x="8611316" y="4747501"/>
            <a:ext cx="251817" cy="248342"/>
          </a:xfrm>
          <a:prstGeom prst="rect">
            <a:avLst/>
          </a:prstGeom>
          <a:noFill/>
          <a:ln>
            <a:noFill/>
          </a:ln>
        </p:spPr>
      </p:pic>
      <p:pic>
        <p:nvPicPr>
          <p:cNvPr id="109" name="Google Shape;109;p19"/>
          <p:cNvPicPr preferRelativeResize="0"/>
          <p:nvPr/>
        </p:nvPicPr>
        <p:blipFill rotWithShape="1">
          <a:blip r:embed="rId4">
            <a:alphaModFix/>
          </a:blip>
          <a:srcRect b="22298" l="0" r="0" t="0"/>
          <a:stretch/>
        </p:blipFill>
        <p:spPr>
          <a:xfrm>
            <a:off x="1004148" y="3461657"/>
            <a:ext cx="649332" cy="1681843"/>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1">
  <p:cSld name="1_Divider Slide 1">
    <p:spTree>
      <p:nvGrpSpPr>
        <p:cNvPr id="110" name="Shape 110"/>
        <p:cNvGrpSpPr/>
        <p:nvPr/>
      </p:nvGrpSpPr>
      <p:grpSpPr>
        <a:xfrm>
          <a:off x="0" y="0"/>
          <a:ext cx="0" cy="0"/>
          <a:chOff x="0" y="0"/>
          <a:chExt cx="0" cy="0"/>
        </a:xfrm>
      </p:grpSpPr>
      <p:pic>
        <p:nvPicPr>
          <p:cNvPr id="111" name="Google Shape;111;p20"/>
          <p:cNvPicPr preferRelativeResize="0"/>
          <p:nvPr/>
        </p:nvPicPr>
        <p:blipFill rotWithShape="1">
          <a:blip r:embed="rId2">
            <a:alphaModFix/>
          </a:blip>
          <a:srcRect b="22607" l="0" r="0" t="0"/>
          <a:stretch/>
        </p:blipFill>
        <p:spPr>
          <a:xfrm>
            <a:off x="2046850" y="3413300"/>
            <a:ext cx="1315025" cy="1755875"/>
          </a:xfrm>
          <a:prstGeom prst="rect">
            <a:avLst/>
          </a:prstGeom>
          <a:noFill/>
          <a:ln>
            <a:noFill/>
          </a:ln>
        </p:spPr>
      </p:pic>
      <p:sp>
        <p:nvSpPr>
          <p:cNvPr id="112" name="Google Shape;112;p20"/>
          <p:cNvSpPr/>
          <p:nvPr/>
        </p:nvSpPr>
        <p:spPr>
          <a:xfrm>
            <a:off x="4455610" y="-1238"/>
            <a:ext cx="4695905" cy="5144739"/>
          </a:xfrm>
          <a:custGeom>
            <a:rect b="b" l="l" r="r" t="t"/>
            <a:pathLst>
              <a:path extrusionOk="0" h="6872991" w="6273382">
                <a:moveTo>
                  <a:pt x="1841517" y="7496"/>
                </a:moveTo>
                <a:lnTo>
                  <a:pt x="6273382" y="0"/>
                </a:lnTo>
                <a:cubicBezTo>
                  <a:pt x="6270884" y="2288498"/>
                  <a:pt x="6268385" y="4584491"/>
                  <a:pt x="6265887" y="6872989"/>
                </a:cubicBezTo>
                <a:lnTo>
                  <a:pt x="0" y="6872991"/>
                </a:lnTo>
                <a:lnTo>
                  <a:pt x="1841517" y="7496"/>
                </a:lnTo>
                <a:close/>
              </a:path>
            </a:pathLst>
          </a:custGeom>
          <a:solidFill>
            <a:schemeClr val="accent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0" i="0" sz="1100" u="none" cap="none" strike="noStrike">
              <a:solidFill>
                <a:schemeClr val="lt1"/>
              </a:solidFill>
              <a:latin typeface="Arial"/>
              <a:ea typeface="Arial"/>
              <a:cs typeface="Arial"/>
              <a:sym typeface="Arial"/>
            </a:endParaRPr>
          </a:p>
        </p:txBody>
      </p:sp>
      <p:pic>
        <p:nvPicPr>
          <p:cNvPr id="113" name="Google Shape;113;p20"/>
          <p:cNvPicPr preferRelativeResize="0"/>
          <p:nvPr/>
        </p:nvPicPr>
        <p:blipFill rotWithShape="1">
          <a:blip r:embed="rId3">
            <a:alphaModFix/>
          </a:blip>
          <a:srcRect b="0" l="0" r="0" t="10080"/>
          <a:stretch/>
        </p:blipFill>
        <p:spPr>
          <a:xfrm>
            <a:off x="4746775" y="-1250"/>
            <a:ext cx="4115300" cy="3640224"/>
          </a:xfrm>
          <a:prstGeom prst="rect">
            <a:avLst/>
          </a:prstGeom>
          <a:noFill/>
          <a:ln>
            <a:noFill/>
          </a:ln>
        </p:spPr>
      </p:pic>
      <p:sp>
        <p:nvSpPr>
          <p:cNvPr id="114" name="Google Shape;114;p20"/>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pic>
        <p:nvPicPr>
          <p:cNvPr id="115" name="Google Shape;115;p20"/>
          <p:cNvPicPr preferRelativeResize="0"/>
          <p:nvPr/>
        </p:nvPicPr>
        <p:blipFill rotWithShape="1">
          <a:blip r:embed="rId4">
            <a:alphaModFix/>
          </a:blip>
          <a:srcRect b="0" l="0" r="76885" t="0"/>
          <a:stretch/>
        </p:blipFill>
        <p:spPr>
          <a:xfrm>
            <a:off x="8611316" y="4747501"/>
            <a:ext cx="251817" cy="248342"/>
          </a:xfrm>
          <a:prstGeom prst="rect">
            <a:avLst/>
          </a:prstGeom>
          <a:noFill/>
          <a:ln>
            <a:noFill/>
          </a:ln>
        </p:spPr>
      </p:pic>
      <p:pic>
        <p:nvPicPr>
          <p:cNvPr id="116" name="Google Shape;116;p20"/>
          <p:cNvPicPr preferRelativeResize="0"/>
          <p:nvPr/>
        </p:nvPicPr>
        <p:blipFill rotWithShape="1">
          <a:blip r:embed="rId5">
            <a:alphaModFix/>
          </a:blip>
          <a:srcRect b="0" l="0" r="0" t="0"/>
          <a:stretch/>
        </p:blipFill>
        <p:spPr>
          <a:xfrm>
            <a:off x="1635663" y="3775330"/>
            <a:ext cx="411179" cy="440549"/>
          </a:xfrm>
          <a:prstGeom prst="rect">
            <a:avLst/>
          </a:prstGeom>
          <a:noFill/>
          <a:ln>
            <a:noFill/>
          </a:ln>
        </p:spPr>
      </p:pic>
      <p:sp>
        <p:nvSpPr>
          <p:cNvPr id="117" name="Google Shape;117;p20"/>
          <p:cNvSpPr txBox="1"/>
          <p:nvPr>
            <p:ph type="title"/>
          </p:nvPr>
        </p:nvSpPr>
        <p:spPr>
          <a:xfrm>
            <a:off x="570976" y="1458257"/>
            <a:ext cx="3791277" cy="966066"/>
          </a:xfrm>
          <a:prstGeom prst="rect">
            <a:avLst/>
          </a:prstGeom>
          <a:noFill/>
          <a:ln>
            <a:noFill/>
          </a:ln>
        </p:spPr>
        <p:txBody>
          <a:bodyPr anchorCtr="0" anchor="t" bIns="34275" lIns="0" spcFirstLastPara="1" rIns="34275" wrap="square" tIns="34275">
            <a:noAutofit/>
          </a:bodyPr>
          <a:lstStyle>
            <a:lvl1pPr lvl="0" algn="l">
              <a:lnSpc>
                <a:spcPct val="90000"/>
              </a:lnSpc>
              <a:spcBef>
                <a:spcPts val="0"/>
              </a:spcBef>
              <a:spcAft>
                <a:spcPts val="0"/>
              </a:spcAft>
              <a:buClr>
                <a:schemeClr val="dk1"/>
              </a:buClr>
              <a:buSzPts val="3000"/>
              <a:buFont typeface="Open Sans"/>
              <a:buNone/>
              <a:defRPr sz="30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8" name="Google Shape;118;p20"/>
          <p:cNvSpPr txBox="1"/>
          <p:nvPr>
            <p:ph idx="1" type="body"/>
          </p:nvPr>
        </p:nvSpPr>
        <p:spPr>
          <a:xfrm>
            <a:off x="570976" y="2571750"/>
            <a:ext cx="3628665" cy="404039"/>
          </a:xfrm>
          <a:prstGeom prst="rect">
            <a:avLst/>
          </a:prstGeom>
          <a:noFill/>
          <a:ln>
            <a:noFill/>
          </a:ln>
        </p:spPr>
        <p:txBody>
          <a:bodyPr anchorCtr="0" anchor="t" bIns="34275" lIns="0" spcFirstLastPara="1" rIns="34275" wrap="square" tIns="34275">
            <a:noAutofit/>
          </a:bodyPr>
          <a:lstStyle>
            <a:lvl1pPr indent="-228600" lvl="0" marL="457200" marR="0" rtl="0" algn="l">
              <a:lnSpc>
                <a:spcPct val="95000"/>
              </a:lnSpc>
              <a:spcBef>
                <a:spcPts val="800"/>
              </a:spcBef>
              <a:spcAft>
                <a:spcPts val="0"/>
              </a:spcAft>
              <a:buClr>
                <a:srgbClr val="888888"/>
              </a:buClr>
              <a:buSzPts val="1800"/>
              <a:buFont typeface="Arial"/>
              <a:buNone/>
              <a:defRPr b="0" i="0" sz="1800" u="none" cap="none" strike="noStrike">
                <a:solidFill>
                  <a:srgbClr val="888888"/>
                </a:solidFill>
                <a:latin typeface="Open Sans"/>
                <a:ea typeface="Open Sans"/>
                <a:cs typeface="Open Sans"/>
                <a:sym typeface="Open Sans"/>
              </a:defRPr>
            </a:lvl1pPr>
            <a:lvl2pPr indent="-228600" lvl="1" marL="914400" marR="0" rtl="0" algn="l">
              <a:lnSpc>
                <a:spcPct val="95000"/>
              </a:lnSpc>
              <a:spcBef>
                <a:spcPts val="400"/>
              </a:spcBef>
              <a:spcAft>
                <a:spcPts val="0"/>
              </a:spcAft>
              <a:buClr>
                <a:srgbClr val="888888"/>
              </a:buClr>
              <a:buSzPts val="1500"/>
              <a:buFont typeface="Arial"/>
              <a:buNone/>
              <a:defRPr b="0" i="0" sz="1500" u="none" cap="none" strike="noStrike">
                <a:solidFill>
                  <a:srgbClr val="888888"/>
                </a:solidFill>
                <a:latin typeface="Open Sans"/>
                <a:ea typeface="Open Sans"/>
                <a:cs typeface="Open Sans"/>
                <a:sym typeface="Open Sans"/>
              </a:defRPr>
            </a:lvl2pPr>
            <a:lvl3pPr indent="-228600" lvl="2" marL="1371600" marR="0" rtl="0" algn="l">
              <a:lnSpc>
                <a:spcPct val="95000"/>
              </a:lnSpc>
              <a:spcBef>
                <a:spcPts val="400"/>
              </a:spcBef>
              <a:spcAft>
                <a:spcPts val="0"/>
              </a:spcAft>
              <a:buClr>
                <a:srgbClr val="888888"/>
              </a:buClr>
              <a:buSzPts val="1400"/>
              <a:buFont typeface="Open Sans"/>
              <a:buNone/>
              <a:defRPr b="0" i="0" sz="1400" u="none" cap="none" strike="noStrike">
                <a:solidFill>
                  <a:srgbClr val="888888"/>
                </a:solidFill>
                <a:latin typeface="Open Sans"/>
                <a:ea typeface="Open Sans"/>
                <a:cs typeface="Open Sans"/>
                <a:sym typeface="Open Sans"/>
              </a:defRPr>
            </a:lvl3pPr>
            <a:lvl4pPr indent="-228600" lvl="3" marL="1828800" marR="0" rtl="0" algn="l">
              <a:lnSpc>
                <a:spcPct val="95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4pPr>
            <a:lvl5pPr indent="-228600" lvl="4" marL="2286000" marR="0" rtl="0" algn="l">
              <a:lnSpc>
                <a:spcPct val="95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5pPr>
            <a:lvl6pPr indent="-228600" lvl="5" marL="27432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6pPr>
            <a:lvl7pPr indent="-228600" lvl="6" marL="32004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7pPr>
            <a:lvl8pPr indent="-228600" lvl="7" marL="36576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8pPr>
            <a:lvl9pPr indent="-228600" lvl="8" marL="41148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3">
  <p:cSld name="Divider Slide 3">
    <p:spTree>
      <p:nvGrpSpPr>
        <p:cNvPr id="119" name="Shape 119"/>
        <p:cNvGrpSpPr/>
        <p:nvPr/>
      </p:nvGrpSpPr>
      <p:grpSpPr>
        <a:xfrm>
          <a:off x="0" y="0"/>
          <a:ext cx="0" cy="0"/>
          <a:chOff x="0" y="0"/>
          <a:chExt cx="0" cy="0"/>
        </a:xfrm>
      </p:grpSpPr>
      <p:sp>
        <p:nvSpPr>
          <p:cNvPr id="120" name="Google Shape;120;p21"/>
          <p:cNvSpPr/>
          <p:nvPr/>
        </p:nvSpPr>
        <p:spPr>
          <a:xfrm>
            <a:off x="4522509" y="0"/>
            <a:ext cx="4621492" cy="5143500"/>
          </a:xfrm>
          <a:custGeom>
            <a:rect b="b" l="l" r="r" t="t"/>
            <a:pathLst>
              <a:path extrusionOk="0" h="6858000" w="6161989">
                <a:moveTo>
                  <a:pt x="2311030" y="1723"/>
                </a:moveTo>
                <a:lnTo>
                  <a:pt x="3237197" y="1723"/>
                </a:lnTo>
                <a:lnTo>
                  <a:pt x="926170" y="6858000"/>
                </a:lnTo>
                <a:lnTo>
                  <a:pt x="0" y="6858000"/>
                </a:lnTo>
                <a:close/>
                <a:moveTo>
                  <a:pt x="3923166" y="0"/>
                </a:moveTo>
                <a:lnTo>
                  <a:pt x="6161989" y="0"/>
                </a:lnTo>
                <a:lnTo>
                  <a:pt x="6161989" y="6856105"/>
                </a:lnTo>
                <a:lnTo>
                  <a:pt x="1743783" y="6856105"/>
                </a:lnTo>
                <a:close/>
              </a:path>
            </a:pathLst>
          </a:custGeom>
          <a:solidFill>
            <a:schemeClr val="accent4"/>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Open Sans"/>
              <a:ea typeface="Open Sans"/>
              <a:cs typeface="Open Sans"/>
              <a:sym typeface="Open Sans"/>
            </a:endParaRPr>
          </a:p>
        </p:txBody>
      </p:sp>
      <p:pic>
        <p:nvPicPr>
          <p:cNvPr id="121" name="Google Shape;121;p21"/>
          <p:cNvPicPr preferRelativeResize="0"/>
          <p:nvPr/>
        </p:nvPicPr>
        <p:blipFill rotWithShape="1">
          <a:blip r:embed="rId2">
            <a:alphaModFix/>
          </a:blip>
          <a:srcRect b="0" l="0" r="0" t="0"/>
          <a:stretch/>
        </p:blipFill>
        <p:spPr>
          <a:xfrm>
            <a:off x="1861457" y="3307526"/>
            <a:ext cx="443763" cy="495214"/>
          </a:xfrm>
          <a:prstGeom prst="rect">
            <a:avLst/>
          </a:prstGeom>
          <a:noFill/>
          <a:ln>
            <a:noFill/>
          </a:ln>
        </p:spPr>
      </p:pic>
      <p:pic>
        <p:nvPicPr>
          <p:cNvPr id="122" name="Google Shape;122;p21"/>
          <p:cNvPicPr preferRelativeResize="0"/>
          <p:nvPr/>
        </p:nvPicPr>
        <p:blipFill rotWithShape="1">
          <a:blip r:embed="rId3">
            <a:alphaModFix/>
          </a:blip>
          <a:srcRect b="30989" l="0" r="0" t="0"/>
          <a:stretch/>
        </p:blipFill>
        <p:spPr>
          <a:xfrm>
            <a:off x="2578432" y="3838634"/>
            <a:ext cx="398744" cy="1304866"/>
          </a:xfrm>
          <a:prstGeom prst="rect">
            <a:avLst/>
          </a:prstGeom>
          <a:noFill/>
          <a:ln>
            <a:noFill/>
          </a:ln>
        </p:spPr>
      </p:pic>
      <p:pic>
        <p:nvPicPr>
          <p:cNvPr id="123" name="Google Shape;123;p21"/>
          <p:cNvPicPr preferRelativeResize="0"/>
          <p:nvPr/>
        </p:nvPicPr>
        <p:blipFill rotWithShape="1">
          <a:blip r:embed="rId4">
            <a:alphaModFix/>
          </a:blip>
          <a:srcRect b="0" l="0" r="18482" t="11111"/>
          <a:stretch/>
        </p:blipFill>
        <p:spPr>
          <a:xfrm>
            <a:off x="5130795" y="1"/>
            <a:ext cx="4013205" cy="2159251"/>
          </a:xfrm>
          <a:prstGeom prst="rect">
            <a:avLst/>
          </a:prstGeom>
          <a:noFill/>
          <a:ln>
            <a:noFill/>
          </a:ln>
        </p:spPr>
      </p:pic>
      <p:sp>
        <p:nvSpPr>
          <p:cNvPr id="124" name="Google Shape;124;p21"/>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sp>
        <p:nvSpPr>
          <p:cNvPr id="125" name="Google Shape;125;p21"/>
          <p:cNvSpPr txBox="1"/>
          <p:nvPr>
            <p:ph type="title"/>
          </p:nvPr>
        </p:nvSpPr>
        <p:spPr>
          <a:xfrm>
            <a:off x="570976" y="1458257"/>
            <a:ext cx="3791277" cy="966066"/>
          </a:xfrm>
          <a:prstGeom prst="rect">
            <a:avLst/>
          </a:prstGeom>
          <a:noFill/>
          <a:ln>
            <a:noFill/>
          </a:ln>
        </p:spPr>
        <p:txBody>
          <a:bodyPr anchorCtr="0" anchor="t" bIns="34275" lIns="0" spcFirstLastPara="1" rIns="34275" wrap="square" tIns="34275">
            <a:noAutofit/>
          </a:bodyPr>
          <a:lstStyle>
            <a:lvl1pPr lvl="0" algn="l">
              <a:lnSpc>
                <a:spcPct val="90000"/>
              </a:lnSpc>
              <a:spcBef>
                <a:spcPts val="0"/>
              </a:spcBef>
              <a:spcAft>
                <a:spcPts val="0"/>
              </a:spcAft>
              <a:buClr>
                <a:schemeClr val="dk1"/>
              </a:buClr>
              <a:buSzPts val="3000"/>
              <a:buFont typeface="Open Sans"/>
              <a:buNone/>
              <a:defRPr sz="30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6" name="Google Shape;126;p21"/>
          <p:cNvSpPr txBox="1"/>
          <p:nvPr>
            <p:ph idx="1" type="body"/>
          </p:nvPr>
        </p:nvSpPr>
        <p:spPr>
          <a:xfrm>
            <a:off x="570976" y="2571750"/>
            <a:ext cx="3628665" cy="404039"/>
          </a:xfrm>
          <a:prstGeom prst="rect">
            <a:avLst/>
          </a:prstGeom>
          <a:noFill/>
          <a:ln>
            <a:noFill/>
          </a:ln>
        </p:spPr>
        <p:txBody>
          <a:bodyPr anchorCtr="0" anchor="t" bIns="34275" lIns="0" spcFirstLastPara="1" rIns="34275" wrap="square" tIns="34275">
            <a:noAutofit/>
          </a:bodyPr>
          <a:lstStyle>
            <a:lvl1pPr indent="-228600" lvl="0" marL="457200" marR="0" rtl="0" algn="l">
              <a:lnSpc>
                <a:spcPct val="95000"/>
              </a:lnSpc>
              <a:spcBef>
                <a:spcPts val="800"/>
              </a:spcBef>
              <a:spcAft>
                <a:spcPts val="0"/>
              </a:spcAft>
              <a:buClr>
                <a:srgbClr val="888888"/>
              </a:buClr>
              <a:buSzPts val="1800"/>
              <a:buFont typeface="Arial"/>
              <a:buNone/>
              <a:defRPr b="0" i="0" sz="1800" u="none" cap="none" strike="noStrike">
                <a:solidFill>
                  <a:srgbClr val="888888"/>
                </a:solidFill>
                <a:latin typeface="Open Sans"/>
                <a:ea typeface="Open Sans"/>
                <a:cs typeface="Open Sans"/>
                <a:sym typeface="Open Sans"/>
              </a:defRPr>
            </a:lvl1pPr>
            <a:lvl2pPr indent="-228600" lvl="1" marL="914400" marR="0" rtl="0" algn="l">
              <a:lnSpc>
                <a:spcPct val="95000"/>
              </a:lnSpc>
              <a:spcBef>
                <a:spcPts val="400"/>
              </a:spcBef>
              <a:spcAft>
                <a:spcPts val="0"/>
              </a:spcAft>
              <a:buClr>
                <a:srgbClr val="888888"/>
              </a:buClr>
              <a:buSzPts val="1500"/>
              <a:buFont typeface="Arial"/>
              <a:buNone/>
              <a:defRPr b="0" i="0" sz="1500" u="none" cap="none" strike="noStrike">
                <a:solidFill>
                  <a:srgbClr val="888888"/>
                </a:solidFill>
                <a:latin typeface="Open Sans"/>
                <a:ea typeface="Open Sans"/>
                <a:cs typeface="Open Sans"/>
                <a:sym typeface="Open Sans"/>
              </a:defRPr>
            </a:lvl2pPr>
            <a:lvl3pPr indent="-228600" lvl="2" marL="1371600" marR="0" rtl="0" algn="l">
              <a:lnSpc>
                <a:spcPct val="95000"/>
              </a:lnSpc>
              <a:spcBef>
                <a:spcPts val="400"/>
              </a:spcBef>
              <a:spcAft>
                <a:spcPts val="0"/>
              </a:spcAft>
              <a:buClr>
                <a:srgbClr val="888888"/>
              </a:buClr>
              <a:buSzPts val="1400"/>
              <a:buFont typeface="Open Sans"/>
              <a:buNone/>
              <a:defRPr b="0" i="0" sz="1400" u="none" cap="none" strike="noStrike">
                <a:solidFill>
                  <a:srgbClr val="888888"/>
                </a:solidFill>
                <a:latin typeface="Open Sans"/>
                <a:ea typeface="Open Sans"/>
                <a:cs typeface="Open Sans"/>
                <a:sym typeface="Open Sans"/>
              </a:defRPr>
            </a:lvl3pPr>
            <a:lvl4pPr indent="-228600" lvl="3" marL="1828800" marR="0" rtl="0" algn="l">
              <a:lnSpc>
                <a:spcPct val="95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4pPr>
            <a:lvl5pPr indent="-228600" lvl="4" marL="2286000" marR="0" rtl="0" algn="l">
              <a:lnSpc>
                <a:spcPct val="95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5pPr>
            <a:lvl6pPr indent="-228600" lvl="5" marL="27432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6pPr>
            <a:lvl7pPr indent="-228600" lvl="6" marL="32004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7pPr>
            <a:lvl8pPr indent="-228600" lvl="7" marL="36576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8pPr>
            <a:lvl9pPr indent="-228600" lvl="8" marL="41148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lide 1">
  <p:cSld name="1_Agenda Slide 1">
    <p:spTree>
      <p:nvGrpSpPr>
        <p:cNvPr id="127" name="Shape 127"/>
        <p:cNvGrpSpPr/>
        <p:nvPr/>
      </p:nvGrpSpPr>
      <p:grpSpPr>
        <a:xfrm>
          <a:off x="0" y="0"/>
          <a:ext cx="0" cy="0"/>
          <a:chOff x="0" y="0"/>
          <a:chExt cx="0" cy="0"/>
        </a:xfrm>
      </p:grpSpPr>
      <p:sp>
        <p:nvSpPr>
          <p:cNvPr id="128" name="Google Shape;128;p22"/>
          <p:cNvSpPr/>
          <p:nvPr/>
        </p:nvSpPr>
        <p:spPr>
          <a:xfrm>
            <a:off x="0" y="0"/>
            <a:ext cx="9144000" cy="5143500"/>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accent3"/>
              </a:solidFill>
              <a:latin typeface="Arial"/>
              <a:ea typeface="Arial"/>
              <a:cs typeface="Arial"/>
              <a:sym typeface="Arial"/>
            </a:endParaRPr>
          </a:p>
        </p:txBody>
      </p:sp>
      <p:sp>
        <p:nvSpPr>
          <p:cNvPr id="129" name="Google Shape;129;p22"/>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pic>
        <p:nvPicPr>
          <p:cNvPr id="130" name="Google Shape;130;p22"/>
          <p:cNvPicPr preferRelativeResize="0"/>
          <p:nvPr/>
        </p:nvPicPr>
        <p:blipFill rotWithShape="1">
          <a:blip r:embed="rId2">
            <a:alphaModFix/>
          </a:blip>
          <a:srcRect b="0" l="0" r="76885" t="0"/>
          <a:stretch/>
        </p:blipFill>
        <p:spPr>
          <a:xfrm>
            <a:off x="8611316" y="4747501"/>
            <a:ext cx="251817" cy="248342"/>
          </a:xfrm>
          <a:prstGeom prst="rect">
            <a:avLst/>
          </a:prstGeom>
          <a:noFill/>
          <a:ln>
            <a:noFill/>
          </a:ln>
        </p:spPr>
      </p:pic>
      <p:sp>
        <p:nvSpPr>
          <p:cNvPr id="131" name="Google Shape;131;p22"/>
          <p:cNvSpPr txBox="1"/>
          <p:nvPr>
            <p:ph type="title"/>
          </p:nvPr>
        </p:nvSpPr>
        <p:spPr>
          <a:xfrm>
            <a:off x="1709057" y="1740374"/>
            <a:ext cx="5725885" cy="966066"/>
          </a:xfrm>
          <a:prstGeom prst="rect">
            <a:avLst/>
          </a:prstGeom>
          <a:noFill/>
          <a:ln>
            <a:noFill/>
          </a:ln>
        </p:spPr>
        <p:txBody>
          <a:bodyPr anchorCtr="0" anchor="t" bIns="34275" lIns="0" spcFirstLastPara="1" rIns="34275" wrap="square" tIns="34275">
            <a:noAutofit/>
          </a:bodyPr>
          <a:lstStyle>
            <a:lvl1pPr lvl="0" algn="ctr">
              <a:lnSpc>
                <a:spcPct val="100000"/>
              </a:lnSpc>
              <a:spcBef>
                <a:spcPts val="0"/>
              </a:spcBef>
              <a:spcAft>
                <a:spcPts val="0"/>
              </a:spcAft>
              <a:buClr>
                <a:schemeClr val="dk1"/>
              </a:buClr>
              <a:buSzPts val="3000"/>
              <a:buFont typeface="Open Sans"/>
              <a:buNone/>
              <a:defRPr sz="27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2">
  <p:cSld name="1_Divider Slide 2">
    <p:spTree>
      <p:nvGrpSpPr>
        <p:cNvPr id="132" name="Shape 132"/>
        <p:cNvGrpSpPr/>
        <p:nvPr/>
      </p:nvGrpSpPr>
      <p:grpSpPr>
        <a:xfrm>
          <a:off x="0" y="0"/>
          <a:ext cx="0" cy="0"/>
          <a:chOff x="0" y="0"/>
          <a:chExt cx="0" cy="0"/>
        </a:xfrm>
      </p:grpSpPr>
      <p:sp>
        <p:nvSpPr>
          <p:cNvPr id="133" name="Google Shape;133;p23"/>
          <p:cNvSpPr/>
          <p:nvPr/>
        </p:nvSpPr>
        <p:spPr>
          <a:xfrm>
            <a:off x="0" y="0"/>
            <a:ext cx="9144000" cy="5143500"/>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134" name="Google Shape;134;p23"/>
          <p:cNvSpPr/>
          <p:nvPr/>
        </p:nvSpPr>
        <p:spPr>
          <a:xfrm>
            <a:off x="4474564" y="0"/>
            <a:ext cx="2422785" cy="5149122"/>
          </a:xfrm>
          <a:custGeom>
            <a:rect b="b" l="l" r="r" t="t"/>
            <a:pathLst>
              <a:path extrusionOk="0" h="6865496" w="3230380">
                <a:moveTo>
                  <a:pt x="2300991" y="1"/>
                </a:moveTo>
                <a:lnTo>
                  <a:pt x="3230380" y="0"/>
                </a:lnTo>
                <a:lnTo>
                  <a:pt x="929390" y="6865494"/>
                </a:lnTo>
                <a:lnTo>
                  <a:pt x="0" y="6865496"/>
                </a:lnTo>
                <a:lnTo>
                  <a:pt x="2300991" y="1"/>
                </a:lnTo>
                <a:close/>
              </a:path>
            </a:pathLst>
          </a:custGeom>
          <a:solidFill>
            <a:schemeClr val="accent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0" i="0" sz="1100" u="none" cap="none" strike="noStrike">
              <a:solidFill>
                <a:schemeClr val="lt1"/>
              </a:solidFill>
              <a:latin typeface="Arial"/>
              <a:ea typeface="Arial"/>
              <a:cs typeface="Arial"/>
              <a:sym typeface="Arial"/>
            </a:endParaRPr>
          </a:p>
        </p:txBody>
      </p:sp>
      <p:sp>
        <p:nvSpPr>
          <p:cNvPr id="135" name="Google Shape;135;p23"/>
          <p:cNvSpPr/>
          <p:nvPr/>
        </p:nvSpPr>
        <p:spPr>
          <a:xfrm>
            <a:off x="5773087" y="5622"/>
            <a:ext cx="3372786" cy="5149122"/>
          </a:xfrm>
          <a:custGeom>
            <a:rect b="b" l="l" r="r" t="t"/>
            <a:pathLst>
              <a:path extrusionOk="0" h="6865496" w="4497048">
                <a:moveTo>
                  <a:pt x="2203554" y="1"/>
                </a:moveTo>
                <a:lnTo>
                  <a:pt x="4497048" y="0"/>
                </a:lnTo>
                <a:cubicBezTo>
                  <a:pt x="4494550" y="2288498"/>
                  <a:pt x="4492051" y="4576996"/>
                  <a:pt x="4489553" y="6865494"/>
                </a:cubicBezTo>
                <a:lnTo>
                  <a:pt x="0" y="6865496"/>
                </a:lnTo>
                <a:lnTo>
                  <a:pt x="2203554" y="1"/>
                </a:lnTo>
                <a:close/>
              </a:path>
            </a:pathLst>
          </a:custGeom>
          <a:solidFill>
            <a:schemeClr val="accent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0" i="0" sz="1100" u="none" cap="none" strike="noStrike">
              <a:solidFill>
                <a:schemeClr val="lt1"/>
              </a:solidFill>
              <a:latin typeface="Arial"/>
              <a:ea typeface="Arial"/>
              <a:cs typeface="Arial"/>
              <a:sym typeface="Arial"/>
            </a:endParaRPr>
          </a:p>
        </p:txBody>
      </p:sp>
      <p:pic>
        <p:nvPicPr>
          <p:cNvPr id="136" name="Google Shape;136;p23"/>
          <p:cNvPicPr preferRelativeResize="0"/>
          <p:nvPr/>
        </p:nvPicPr>
        <p:blipFill rotWithShape="1">
          <a:blip r:embed="rId2">
            <a:alphaModFix/>
          </a:blip>
          <a:srcRect b="0" l="0" r="0" t="19581"/>
          <a:stretch/>
        </p:blipFill>
        <p:spPr>
          <a:xfrm>
            <a:off x="4624838" y="1"/>
            <a:ext cx="3187763" cy="3051896"/>
          </a:xfrm>
          <a:prstGeom prst="rect">
            <a:avLst/>
          </a:prstGeom>
          <a:noFill/>
          <a:ln>
            <a:noFill/>
          </a:ln>
        </p:spPr>
      </p:pic>
      <p:sp>
        <p:nvSpPr>
          <p:cNvPr id="137" name="Google Shape;137;p23"/>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pic>
        <p:nvPicPr>
          <p:cNvPr id="138" name="Google Shape;138;p23"/>
          <p:cNvPicPr preferRelativeResize="0"/>
          <p:nvPr/>
        </p:nvPicPr>
        <p:blipFill rotWithShape="1">
          <a:blip r:embed="rId3">
            <a:alphaModFix/>
          </a:blip>
          <a:srcRect b="0" l="0" r="76885" t="0"/>
          <a:stretch/>
        </p:blipFill>
        <p:spPr>
          <a:xfrm>
            <a:off x="8611316" y="4747501"/>
            <a:ext cx="251817" cy="248342"/>
          </a:xfrm>
          <a:prstGeom prst="rect">
            <a:avLst/>
          </a:prstGeom>
          <a:noFill/>
          <a:ln>
            <a:noFill/>
          </a:ln>
        </p:spPr>
      </p:pic>
      <p:pic>
        <p:nvPicPr>
          <p:cNvPr id="139" name="Google Shape;139;p23"/>
          <p:cNvPicPr preferRelativeResize="0"/>
          <p:nvPr/>
        </p:nvPicPr>
        <p:blipFill rotWithShape="1">
          <a:blip r:embed="rId4">
            <a:alphaModFix/>
          </a:blip>
          <a:srcRect b="0" l="0" r="0" t="0"/>
          <a:stretch/>
        </p:blipFill>
        <p:spPr>
          <a:xfrm>
            <a:off x="1976348" y="3300832"/>
            <a:ext cx="288231" cy="321649"/>
          </a:xfrm>
          <a:prstGeom prst="rect">
            <a:avLst/>
          </a:prstGeom>
          <a:noFill/>
          <a:ln>
            <a:noFill/>
          </a:ln>
        </p:spPr>
      </p:pic>
      <p:pic>
        <p:nvPicPr>
          <p:cNvPr id="140" name="Google Shape;140;p23"/>
          <p:cNvPicPr preferRelativeResize="0"/>
          <p:nvPr/>
        </p:nvPicPr>
        <p:blipFill rotWithShape="1">
          <a:blip r:embed="rId5">
            <a:alphaModFix/>
          </a:blip>
          <a:srcRect b="22298" l="0" r="0" t="0"/>
          <a:stretch/>
        </p:blipFill>
        <p:spPr>
          <a:xfrm>
            <a:off x="1004148" y="3461657"/>
            <a:ext cx="649332" cy="1681843"/>
          </a:xfrm>
          <a:prstGeom prst="rect">
            <a:avLst/>
          </a:prstGeom>
          <a:noFill/>
          <a:ln>
            <a:noFill/>
          </a:ln>
        </p:spPr>
      </p:pic>
      <p:sp>
        <p:nvSpPr>
          <p:cNvPr id="141" name="Google Shape;141;p23"/>
          <p:cNvSpPr txBox="1"/>
          <p:nvPr>
            <p:ph type="title"/>
          </p:nvPr>
        </p:nvSpPr>
        <p:spPr>
          <a:xfrm>
            <a:off x="570976" y="1458257"/>
            <a:ext cx="3791277" cy="966066"/>
          </a:xfrm>
          <a:prstGeom prst="rect">
            <a:avLst/>
          </a:prstGeom>
          <a:noFill/>
          <a:ln>
            <a:noFill/>
          </a:ln>
        </p:spPr>
        <p:txBody>
          <a:bodyPr anchorCtr="0" anchor="t" bIns="34275" lIns="0" spcFirstLastPara="1" rIns="34275" wrap="square" tIns="34275">
            <a:noAutofit/>
          </a:bodyPr>
          <a:lstStyle>
            <a:lvl1pPr lvl="0" algn="l">
              <a:lnSpc>
                <a:spcPct val="90000"/>
              </a:lnSpc>
              <a:spcBef>
                <a:spcPts val="0"/>
              </a:spcBef>
              <a:spcAft>
                <a:spcPts val="0"/>
              </a:spcAft>
              <a:buClr>
                <a:schemeClr val="dk1"/>
              </a:buClr>
              <a:buSzPts val="3000"/>
              <a:buFont typeface="Open Sans"/>
              <a:buNone/>
              <a:defRPr sz="30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2" name="Google Shape;142;p23"/>
          <p:cNvSpPr txBox="1"/>
          <p:nvPr>
            <p:ph idx="1" type="body"/>
          </p:nvPr>
        </p:nvSpPr>
        <p:spPr>
          <a:xfrm>
            <a:off x="570976" y="2571750"/>
            <a:ext cx="3628665" cy="404039"/>
          </a:xfrm>
          <a:prstGeom prst="rect">
            <a:avLst/>
          </a:prstGeom>
          <a:noFill/>
          <a:ln>
            <a:noFill/>
          </a:ln>
        </p:spPr>
        <p:txBody>
          <a:bodyPr anchorCtr="0" anchor="t" bIns="34275" lIns="0" spcFirstLastPara="1" rIns="34275" wrap="square" tIns="34275">
            <a:noAutofit/>
          </a:bodyPr>
          <a:lstStyle>
            <a:lvl1pPr indent="-228600" lvl="0" marL="457200" marR="0" rtl="0" algn="l">
              <a:lnSpc>
                <a:spcPct val="95000"/>
              </a:lnSpc>
              <a:spcBef>
                <a:spcPts val="800"/>
              </a:spcBef>
              <a:spcAft>
                <a:spcPts val="0"/>
              </a:spcAft>
              <a:buClr>
                <a:srgbClr val="888888"/>
              </a:buClr>
              <a:buSzPts val="1800"/>
              <a:buFont typeface="Arial"/>
              <a:buNone/>
              <a:defRPr b="0" i="0" sz="1800" u="none" cap="none" strike="noStrike">
                <a:solidFill>
                  <a:srgbClr val="888888"/>
                </a:solidFill>
                <a:latin typeface="Open Sans"/>
                <a:ea typeface="Open Sans"/>
                <a:cs typeface="Open Sans"/>
                <a:sym typeface="Open Sans"/>
              </a:defRPr>
            </a:lvl1pPr>
            <a:lvl2pPr indent="-228600" lvl="1" marL="914400" marR="0" rtl="0" algn="l">
              <a:lnSpc>
                <a:spcPct val="95000"/>
              </a:lnSpc>
              <a:spcBef>
                <a:spcPts val="400"/>
              </a:spcBef>
              <a:spcAft>
                <a:spcPts val="0"/>
              </a:spcAft>
              <a:buClr>
                <a:srgbClr val="888888"/>
              </a:buClr>
              <a:buSzPts val="1500"/>
              <a:buFont typeface="Arial"/>
              <a:buNone/>
              <a:defRPr b="0" i="0" sz="1500" u="none" cap="none" strike="noStrike">
                <a:solidFill>
                  <a:srgbClr val="888888"/>
                </a:solidFill>
                <a:latin typeface="Open Sans"/>
                <a:ea typeface="Open Sans"/>
                <a:cs typeface="Open Sans"/>
                <a:sym typeface="Open Sans"/>
              </a:defRPr>
            </a:lvl2pPr>
            <a:lvl3pPr indent="-228600" lvl="2" marL="1371600" marR="0" rtl="0" algn="l">
              <a:lnSpc>
                <a:spcPct val="95000"/>
              </a:lnSpc>
              <a:spcBef>
                <a:spcPts val="400"/>
              </a:spcBef>
              <a:spcAft>
                <a:spcPts val="0"/>
              </a:spcAft>
              <a:buClr>
                <a:srgbClr val="888888"/>
              </a:buClr>
              <a:buSzPts val="1400"/>
              <a:buFont typeface="Open Sans"/>
              <a:buNone/>
              <a:defRPr b="0" i="0" sz="1400" u="none" cap="none" strike="noStrike">
                <a:solidFill>
                  <a:srgbClr val="888888"/>
                </a:solidFill>
                <a:latin typeface="Open Sans"/>
                <a:ea typeface="Open Sans"/>
                <a:cs typeface="Open Sans"/>
                <a:sym typeface="Open Sans"/>
              </a:defRPr>
            </a:lvl3pPr>
            <a:lvl4pPr indent="-228600" lvl="3" marL="1828800" marR="0" rtl="0" algn="l">
              <a:lnSpc>
                <a:spcPct val="95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4pPr>
            <a:lvl5pPr indent="-228600" lvl="4" marL="2286000" marR="0" rtl="0" algn="l">
              <a:lnSpc>
                <a:spcPct val="95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5pPr>
            <a:lvl6pPr indent="-228600" lvl="5" marL="27432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6pPr>
            <a:lvl7pPr indent="-228600" lvl="6" marL="32004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7pPr>
            <a:lvl8pPr indent="-228600" lvl="7" marL="36576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8pPr>
            <a:lvl9pPr indent="-228600" lvl="8" marL="41148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2">
  <p:cSld name="1_Divider Slide 2 2">
    <p:bg>
      <p:bgPr>
        <a:blipFill>
          <a:blip r:embed="rId2">
            <a:alphaModFix/>
          </a:blip>
          <a:stretch>
            <a:fillRect/>
          </a:stretch>
        </a:blipFill>
      </p:bgPr>
    </p:bg>
    <p:spTree>
      <p:nvGrpSpPr>
        <p:cNvPr id="143" name="Shape 143"/>
        <p:cNvGrpSpPr/>
        <p:nvPr/>
      </p:nvGrpSpPr>
      <p:grpSpPr>
        <a:xfrm>
          <a:off x="0" y="0"/>
          <a:ext cx="0" cy="0"/>
          <a:chOff x="0" y="0"/>
          <a:chExt cx="0" cy="0"/>
        </a:xfrm>
      </p:grpSpPr>
      <p:sp>
        <p:nvSpPr>
          <p:cNvPr id="144" name="Google Shape;144;p24"/>
          <p:cNvSpPr/>
          <p:nvPr/>
        </p:nvSpPr>
        <p:spPr>
          <a:xfrm>
            <a:off x="0" y="0"/>
            <a:ext cx="9144000" cy="5143500"/>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145" name="Google Shape;145;p24"/>
          <p:cNvSpPr/>
          <p:nvPr/>
        </p:nvSpPr>
        <p:spPr>
          <a:xfrm>
            <a:off x="4455610" y="-1238"/>
            <a:ext cx="4695905" cy="5144739"/>
          </a:xfrm>
          <a:custGeom>
            <a:rect b="b" l="l" r="r" t="t"/>
            <a:pathLst>
              <a:path extrusionOk="0" h="6872991" w="6273382">
                <a:moveTo>
                  <a:pt x="2203554" y="7496"/>
                </a:moveTo>
                <a:lnTo>
                  <a:pt x="6273382" y="0"/>
                </a:lnTo>
                <a:cubicBezTo>
                  <a:pt x="6270884" y="2288498"/>
                  <a:pt x="6268385" y="4584491"/>
                  <a:pt x="6265887" y="6872989"/>
                </a:cubicBezTo>
                <a:lnTo>
                  <a:pt x="0" y="6872991"/>
                </a:lnTo>
                <a:lnTo>
                  <a:pt x="2203554" y="7496"/>
                </a:lnTo>
                <a:close/>
              </a:path>
            </a:pathLst>
          </a:custGeom>
          <a:solidFill>
            <a:schemeClr val="accent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0" i="0" sz="1100" u="none" cap="none" strike="noStrike">
              <a:solidFill>
                <a:schemeClr val="lt1"/>
              </a:solidFill>
              <a:latin typeface="Arial"/>
              <a:ea typeface="Arial"/>
              <a:cs typeface="Arial"/>
              <a:sym typeface="Arial"/>
            </a:endParaRPr>
          </a:p>
        </p:txBody>
      </p:sp>
      <p:pic>
        <p:nvPicPr>
          <p:cNvPr id="146" name="Google Shape;146;p24"/>
          <p:cNvPicPr preferRelativeResize="0"/>
          <p:nvPr/>
        </p:nvPicPr>
        <p:blipFill rotWithShape="1">
          <a:blip r:embed="rId2">
            <a:alphaModFix/>
          </a:blip>
          <a:srcRect b="0" l="0" r="0" t="9379"/>
          <a:stretch/>
        </p:blipFill>
        <p:spPr>
          <a:xfrm>
            <a:off x="4858150" y="0"/>
            <a:ext cx="4001600" cy="3567326"/>
          </a:xfrm>
          <a:prstGeom prst="rect">
            <a:avLst/>
          </a:prstGeom>
          <a:noFill/>
          <a:ln>
            <a:noFill/>
          </a:ln>
        </p:spPr>
      </p:pic>
      <p:pic>
        <p:nvPicPr>
          <p:cNvPr id="147" name="Google Shape;147;p24"/>
          <p:cNvPicPr preferRelativeResize="0"/>
          <p:nvPr/>
        </p:nvPicPr>
        <p:blipFill rotWithShape="1">
          <a:blip r:embed="rId3">
            <a:alphaModFix/>
          </a:blip>
          <a:srcRect b="22607" l="0" r="0" t="0"/>
          <a:stretch/>
        </p:blipFill>
        <p:spPr>
          <a:xfrm>
            <a:off x="2046850" y="3413300"/>
            <a:ext cx="1315025" cy="1755875"/>
          </a:xfrm>
          <a:prstGeom prst="rect">
            <a:avLst/>
          </a:prstGeom>
          <a:noFill/>
          <a:ln>
            <a:noFill/>
          </a:ln>
        </p:spPr>
      </p:pic>
      <p:sp>
        <p:nvSpPr>
          <p:cNvPr id="148" name="Google Shape;148;p24"/>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pic>
        <p:nvPicPr>
          <p:cNvPr id="149" name="Google Shape;149;p24"/>
          <p:cNvPicPr preferRelativeResize="0"/>
          <p:nvPr/>
        </p:nvPicPr>
        <p:blipFill rotWithShape="1">
          <a:blip r:embed="rId4">
            <a:alphaModFix/>
          </a:blip>
          <a:srcRect b="0" l="0" r="76885" t="0"/>
          <a:stretch/>
        </p:blipFill>
        <p:spPr>
          <a:xfrm>
            <a:off x="8611316" y="4747501"/>
            <a:ext cx="251817" cy="248342"/>
          </a:xfrm>
          <a:prstGeom prst="rect">
            <a:avLst/>
          </a:prstGeom>
          <a:noFill/>
          <a:ln>
            <a:noFill/>
          </a:ln>
        </p:spPr>
      </p:pic>
      <p:pic>
        <p:nvPicPr>
          <p:cNvPr id="150" name="Google Shape;150;p24"/>
          <p:cNvPicPr preferRelativeResize="0"/>
          <p:nvPr/>
        </p:nvPicPr>
        <p:blipFill rotWithShape="1">
          <a:blip r:embed="rId5">
            <a:alphaModFix/>
          </a:blip>
          <a:srcRect b="0" l="0" r="0" t="0"/>
          <a:stretch/>
        </p:blipFill>
        <p:spPr>
          <a:xfrm>
            <a:off x="1635663" y="3775330"/>
            <a:ext cx="411179" cy="440549"/>
          </a:xfrm>
          <a:prstGeom prst="rect">
            <a:avLst/>
          </a:prstGeom>
          <a:noFill/>
          <a:ln>
            <a:noFill/>
          </a:ln>
        </p:spPr>
      </p:pic>
      <p:sp>
        <p:nvSpPr>
          <p:cNvPr id="151" name="Google Shape;151;p24"/>
          <p:cNvSpPr txBox="1"/>
          <p:nvPr>
            <p:ph type="title"/>
          </p:nvPr>
        </p:nvSpPr>
        <p:spPr>
          <a:xfrm>
            <a:off x="570976" y="1458257"/>
            <a:ext cx="3791277" cy="966066"/>
          </a:xfrm>
          <a:prstGeom prst="rect">
            <a:avLst/>
          </a:prstGeom>
          <a:noFill/>
          <a:ln>
            <a:noFill/>
          </a:ln>
        </p:spPr>
        <p:txBody>
          <a:bodyPr anchorCtr="0" anchor="t" bIns="34275" lIns="0" spcFirstLastPara="1" rIns="34275" wrap="square" tIns="34275">
            <a:noAutofit/>
          </a:bodyPr>
          <a:lstStyle>
            <a:lvl1pPr lvl="0" algn="l">
              <a:lnSpc>
                <a:spcPct val="90000"/>
              </a:lnSpc>
              <a:spcBef>
                <a:spcPts val="0"/>
              </a:spcBef>
              <a:spcAft>
                <a:spcPts val="0"/>
              </a:spcAft>
              <a:buClr>
                <a:schemeClr val="dk1"/>
              </a:buClr>
              <a:buSzPts val="3000"/>
              <a:buFont typeface="Open Sans"/>
              <a:buNone/>
              <a:defRPr sz="30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2" name="Google Shape;152;p24"/>
          <p:cNvSpPr txBox="1"/>
          <p:nvPr>
            <p:ph idx="1" type="body"/>
          </p:nvPr>
        </p:nvSpPr>
        <p:spPr>
          <a:xfrm>
            <a:off x="570976" y="2571750"/>
            <a:ext cx="3628665" cy="404039"/>
          </a:xfrm>
          <a:prstGeom prst="rect">
            <a:avLst/>
          </a:prstGeom>
          <a:noFill/>
          <a:ln>
            <a:noFill/>
          </a:ln>
        </p:spPr>
        <p:txBody>
          <a:bodyPr anchorCtr="0" anchor="t" bIns="34275" lIns="0" spcFirstLastPara="1" rIns="34275" wrap="square" tIns="34275">
            <a:noAutofit/>
          </a:bodyPr>
          <a:lstStyle>
            <a:lvl1pPr indent="-228600" lvl="0" marL="457200" marR="0" rtl="0" algn="l">
              <a:lnSpc>
                <a:spcPct val="95000"/>
              </a:lnSpc>
              <a:spcBef>
                <a:spcPts val="800"/>
              </a:spcBef>
              <a:spcAft>
                <a:spcPts val="0"/>
              </a:spcAft>
              <a:buClr>
                <a:srgbClr val="888888"/>
              </a:buClr>
              <a:buSzPts val="1800"/>
              <a:buFont typeface="Arial"/>
              <a:buNone/>
              <a:defRPr b="0" i="0" sz="1800" u="none" cap="none" strike="noStrike">
                <a:solidFill>
                  <a:srgbClr val="888888"/>
                </a:solidFill>
                <a:latin typeface="Open Sans"/>
                <a:ea typeface="Open Sans"/>
                <a:cs typeface="Open Sans"/>
                <a:sym typeface="Open Sans"/>
              </a:defRPr>
            </a:lvl1pPr>
            <a:lvl2pPr indent="-228600" lvl="1" marL="914400" marR="0" rtl="0" algn="l">
              <a:lnSpc>
                <a:spcPct val="95000"/>
              </a:lnSpc>
              <a:spcBef>
                <a:spcPts val="400"/>
              </a:spcBef>
              <a:spcAft>
                <a:spcPts val="0"/>
              </a:spcAft>
              <a:buClr>
                <a:srgbClr val="888888"/>
              </a:buClr>
              <a:buSzPts val="1500"/>
              <a:buFont typeface="Arial"/>
              <a:buNone/>
              <a:defRPr b="0" i="0" sz="1500" u="none" cap="none" strike="noStrike">
                <a:solidFill>
                  <a:srgbClr val="888888"/>
                </a:solidFill>
                <a:latin typeface="Open Sans"/>
                <a:ea typeface="Open Sans"/>
                <a:cs typeface="Open Sans"/>
                <a:sym typeface="Open Sans"/>
              </a:defRPr>
            </a:lvl2pPr>
            <a:lvl3pPr indent="-228600" lvl="2" marL="1371600" marR="0" rtl="0" algn="l">
              <a:lnSpc>
                <a:spcPct val="95000"/>
              </a:lnSpc>
              <a:spcBef>
                <a:spcPts val="400"/>
              </a:spcBef>
              <a:spcAft>
                <a:spcPts val="0"/>
              </a:spcAft>
              <a:buClr>
                <a:srgbClr val="888888"/>
              </a:buClr>
              <a:buSzPts val="1400"/>
              <a:buFont typeface="Open Sans"/>
              <a:buNone/>
              <a:defRPr b="0" i="0" sz="1400" u="none" cap="none" strike="noStrike">
                <a:solidFill>
                  <a:srgbClr val="888888"/>
                </a:solidFill>
                <a:latin typeface="Open Sans"/>
                <a:ea typeface="Open Sans"/>
                <a:cs typeface="Open Sans"/>
                <a:sym typeface="Open Sans"/>
              </a:defRPr>
            </a:lvl3pPr>
            <a:lvl4pPr indent="-228600" lvl="3" marL="1828800" marR="0" rtl="0" algn="l">
              <a:lnSpc>
                <a:spcPct val="95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4pPr>
            <a:lvl5pPr indent="-228600" lvl="4" marL="2286000" marR="0" rtl="0" algn="l">
              <a:lnSpc>
                <a:spcPct val="95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5pPr>
            <a:lvl6pPr indent="-228600" lvl="5" marL="27432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6pPr>
            <a:lvl7pPr indent="-228600" lvl="6" marL="32004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7pPr>
            <a:lvl8pPr indent="-228600" lvl="7" marL="36576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8pPr>
            <a:lvl9pPr indent="-228600" lvl="8" marL="41148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lide 3">
  <p:cSld name="1_Divider Slide 3">
    <p:spTree>
      <p:nvGrpSpPr>
        <p:cNvPr id="153" name="Shape 153"/>
        <p:cNvGrpSpPr/>
        <p:nvPr/>
      </p:nvGrpSpPr>
      <p:grpSpPr>
        <a:xfrm>
          <a:off x="0" y="0"/>
          <a:ext cx="0" cy="0"/>
          <a:chOff x="0" y="0"/>
          <a:chExt cx="0" cy="0"/>
        </a:xfrm>
      </p:grpSpPr>
      <p:sp>
        <p:nvSpPr>
          <p:cNvPr id="154" name="Google Shape;154;p25"/>
          <p:cNvSpPr/>
          <p:nvPr/>
        </p:nvSpPr>
        <p:spPr>
          <a:xfrm>
            <a:off x="0" y="0"/>
            <a:ext cx="9144000" cy="5143500"/>
          </a:xfrm>
          <a:prstGeom prst="rect">
            <a:avLst/>
          </a:prstGeom>
          <a:solidFill>
            <a:schemeClr val="accent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155" name="Google Shape;155;p25"/>
          <p:cNvSpPr/>
          <p:nvPr/>
        </p:nvSpPr>
        <p:spPr>
          <a:xfrm>
            <a:off x="4474564" y="0"/>
            <a:ext cx="2422785" cy="5149122"/>
          </a:xfrm>
          <a:custGeom>
            <a:rect b="b" l="l" r="r" t="t"/>
            <a:pathLst>
              <a:path extrusionOk="0" h="6865496" w="3230380">
                <a:moveTo>
                  <a:pt x="2300991" y="1"/>
                </a:moveTo>
                <a:lnTo>
                  <a:pt x="3230380" y="0"/>
                </a:lnTo>
                <a:lnTo>
                  <a:pt x="929390" y="6865494"/>
                </a:lnTo>
                <a:lnTo>
                  <a:pt x="0" y="6865496"/>
                </a:lnTo>
                <a:lnTo>
                  <a:pt x="2300991" y="1"/>
                </a:lnTo>
                <a:close/>
              </a:path>
            </a:pathLst>
          </a:custGeom>
          <a:solidFill>
            <a:schemeClr val="accent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0" i="0" sz="1100" u="none" cap="none" strike="noStrike">
              <a:solidFill>
                <a:schemeClr val="lt1"/>
              </a:solidFill>
              <a:latin typeface="Arial"/>
              <a:ea typeface="Arial"/>
              <a:cs typeface="Arial"/>
              <a:sym typeface="Arial"/>
            </a:endParaRPr>
          </a:p>
        </p:txBody>
      </p:sp>
      <p:sp>
        <p:nvSpPr>
          <p:cNvPr id="156" name="Google Shape;156;p25"/>
          <p:cNvSpPr/>
          <p:nvPr/>
        </p:nvSpPr>
        <p:spPr>
          <a:xfrm>
            <a:off x="5773087" y="5622"/>
            <a:ext cx="3372786" cy="5149122"/>
          </a:xfrm>
          <a:custGeom>
            <a:rect b="b" l="l" r="r" t="t"/>
            <a:pathLst>
              <a:path extrusionOk="0" h="6865496" w="4497048">
                <a:moveTo>
                  <a:pt x="2203554" y="1"/>
                </a:moveTo>
                <a:lnTo>
                  <a:pt x="4497048" y="0"/>
                </a:lnTo>
                <a:cubicBezTo>
                  <a:pt x="4494550" y="2288498"/>
                  <a:pt x="4492051" y="4576996"/>
                  <a:pt x="4489553" y="6865494"/>
                </a:cubicBezTo>
                <a:lnTo>
                  <a:pt x="0" y="6865496"/>
                </a:lnTo>
                <a:lnTo>
                  <a:pt x="2203554" y="1"/>
                </a:lnTo>
                <a:close/>
              </a:path>
            </a:pathLst>
          </a:custGeom>
          <a:solidFill>
            <a:schemeClr val="accent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b="0" i="0" sz="1100" u="none" cap="none" strike="noStrike">
              <a:solidFill>
                <a:schemeClr val="lt1"/>
              </a:solidFill>
              <a:latin typeface="Arial"/>
              <a:ea typeface="Arial"/>
              <a:cs typeface="Arial"/>
              <a:sym typeface="Arial"/>
            </a:endParaRPr>
          </a:p>
        </p:txBody>
      </p:sp>
      <p:pic>
        <p:nvPicPr>
          <p:cNvPr id="157" name="Google Shape;157;p25"/>
          <p:cNvPicPr preferRelativeResize="0"/>
          <p:nvPr/>
        </p:nvPicPr>
        <p:blipFill rotWithShape="1">
          <a:blip r:embed="rId2">
            <a:alphaModFix/>
          </a:blip>
          <a:srcRect b="0" l="0" r="18188" t="10381"/>
          <a:stretch/>
        </p:blipFill>
        <p:spPr>
          <a:xfrm>
            <a:off x="5242544" y="0"/>
            <a:ext cx="3881811" cy="2098142"/>
          </a:xfrm>
          <a:prstGeom prst="rect">
            <a:avLst/>
          </a:prstGeom>
          <a:noFill/>
          <a:ln>
            <a:noFill/>
          </a:ln>
        </p:spPr>
      </p:pic>
      <p:sp>
        <p:nvSpPr>
          <p:cNvPr id="158" name="Google Shape;158;p25"/>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pic>
        <p:nvPicPr>
          <p:cNvPr id="159" name="Google Shape;159;p25"/>
          <p:cNvPicPr preferRelativeResize="0"/>
          <p:nvPr/>
        </p:nvPicPr>
        <p:blipFill rotWithShape="1">
          <a:blip r:embed="rId3">
            <a:alphaModFix/>
          </a:blip>
          <a:srcRect b="0" l="0" r="0" t="0"/>
          <a:stretch/>
        </p:blipFill>
        <p:spPr>
          <a:xfrm>
            <a:off x="1861457" y="3307526"/>
            <a:ext cx="443763" cy="495214"/>
          </a:xfrm>
          <a:prstGeom prst="rect">
            <a:avLst/>
          </a:prstGeom>
          <a:noFill/>
          <a:ln>
            <a:noFill/>
          </a:ln>
        </p:spPr>
      </p:pic>
      <p:pic>
        <p:nvPicPr>
          <p:cNvPr id="160" name="Google Shape;160;p25"/>
          <p:cNvPicPr preferRelativeResize="0"/>
          <p:nvPr/>
        </p:nvPicPr>
        <p:blipFill rotWithShape="1">
          <a:blip r:embed="rId4">
            <a:alphaModFix/>
          </a:blip>
          <a:srcRect b="30989" l="0" r="0" t="0"/>
          <a:stretch/>
        </p:blipFill>
        <p:spPr>
          <a:xfrm>
            <a:off x="2578432" y="3838634"/>
            <a:ext cx="398744" cy="1304866"/>
          </a:xfrm>
          <a:prstGeom prst="rect">
            <a:avLst/>
          </a:prstGeom>
          <a:noFill/>
          <a:ln>
            <a:noFill/>
          </a:ln>
        </p:spPr>
      </p:pic>
      <p:sp>
        <p:nvSpPr>
          <p:cNvPr id="161" name="Google Shape;161;p25"/>
          <p:cNvSpPr txBox="1"/>
          <p:nvPr>
            <p:ph type="title"/>
          </p:nvPr>
        </p:nvSpPr>
        <p:spPr>
          <a:xfrm>
            <a:off x="570976" y="1458257"/>
            <a:ext cx="3791277" cy="966066"/>
          </a:xfrm>
          <a:prstGeom prst="rect">
            <a:avLst/>
          </a:prstGeom>
          <a:noFill/>
          <a:ln>
            <a:noFill/>
          </a:ln>
        </p:spPr>
        <p:txBody>
          <a:bodyPr anchorCtr="0" anchor="t" bIns="34275" lIns="0" spcFirstLastPara="1" rIns="34275" wrap="square" tIns="34275">
            <a:noAutofit/>
          </a:bodyPr>
          <a:lstStyle>
            <a:lvl1pPr lvl="0" algn="l">
              <a:lnSpc>
                <a:spcPct val="90000"/>
              </a:lnSpc>
              <a:spcBef>
                <a:spcPts val="0"/>
              </a:spcBef>
              <a:spcAft>
                <a:spcPts val="0"/>
              </a:spcAft>
              <a:buClr>
                <a:schemeClr val="dk1"/>
              </a:buClr>
              <a:buSzPts val="3000"/>
              <a:buFont typeface="Open Sans"/>
              <a:buNone/>
              <a:defRPr sz="30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2" name="Google Shape;162;p25"/>
          <p:cNvSpPr txBox="1"/>
          <p:nvPr>
            <p:ph idx="1" type="body"/>
          </p:nvPr>
        </p:nvSpPr>
        <p:spPr>
          <a:xfrm>
            <a:off x="570976" y="2571750"/>
            <a:ext cx="3628665" cy="404039"/>
          </a:xfrm>
          <a:prstGeom prst="rect">
            <a:avLst/>
          </a:prstGeom>
          <a:noFill/>
          <a:ln>
            <a:noFill/>
          </a:ln>
        </p:spPr>
        <p:txBody>
          <a:bodyPr anchorCtr="0" anchor="t" bIns="34275" lIns="0" spcFirstLastPara="1" rIns="34275" wrap="square" tIns="34275">
            <a:noAutofit/>
          </a:bodyPr>
          <a:lstStyle>
            <a:lvl1pPr indent="-228600" lvl="0" marL="457200" marR="0" rtl="0" algn="l">
              <a:lnSpc>
                <a:spcPct val="95000"/>
              </a:lnSpc>
              <a:spcBef>
                <a:spcPts val="800"/>
              </a:spcBef>
              <a:spcAft>
                <a:spcPts val="0"/>
              </a:spcAft>
              <a:buClr>
                <a:srgbClr val="888888"/>
              </a:buClr>
              <a:buSzPts val="1800"/>
              <a:buFont typeface="Arial"/>
              <a:buNone/>
              <a:defRPr b="0" i="0" sz="1800" u="none" cap="none" strike="noStrike">
                <a:solidFill>
                  <a:srgbClr val="888888"/>
                </a:solidFill>
                <a:latin typeface="Open Sans"/>
                <a:ea typeface="Open Sans"/>
                <a:cs typeface="Open Sans"/>
                <a:sym typeface="Open Sans"/>
              </a:defRPr>
            </a:lvl1pPr>
            <a:lvl2pPr indent="-228600" lvl="1" marL="914400" marR="0" rtl="0" algn="l">
              <a:lnSpc>
                <a:spcPct val="95000"/>
              </a:lnSpc>
              <a:spcBef>
                <a:spcPts val="400"/>
              </a:spcBef>
              <a:spcAft>
                <a:spcPts val="0"/>
              </a:spcAft>
              <a:buClr>
                <a:srgbClr val="888888"/>
              </a:buClr>
              <a:buSzPts val="1500"/>
              <a:buFont typeface="Arial"/>
              <a:buNone/>
              <a:defRPr b="0" i="0" sz="1500" u="none" cap="none" strike="noStrike">
                <a:solidFill>
                  <a:srgbClr val="888888"/>
                </a:solidFill>
                <a:latin typeface="Open Sans"/>
                <a:ea typeface="Open Sans"/>
                <a:cs typeface="Open Sans"/>
                <a:sym typeface="Open Sans"/>
              </a:defRPr>
            </a:lvl2pPr>
            <a:lvl3pPr indent="-228600" lvl="2" marL="1371600" marR="0" rtl="0" algn="l">
              <a:lnSpc>
                <a:spcPct val="95000"/>
              </a:lnSpc>
              <a:spcBef>
                <a:spcPts val="400"/>
              </a:spcBef>
              <a:spcAft>
                <a:spcPts val="0"/>
              </a:spcAft>
              <a:buClr>
                <a:srgbClr val="888888"/>
              </a:buClr>
              <a:buSzPts val="1400"/>
              <a:buFont typeface="Open Sans"/>
              <a:buNone/>
              <a:defRPr b="0" i="0" sz="1400" u="none" cap="none" strike="noStrike">
                <a:solidFill>
                  <a:srgbClr val="888888"/>
                </a:solidFill>
                <a:latin typeface="Open Sans"/>
                <a:ea typeface="Open Sans"/>
                <a:cs typeface="Open Sans"/>
                <a:sym typeface="Open Sans"/>
              </a:defRPr>
            </a:lvl3pPr>
            <a:lvl4pPr indent="-228600" lvl="3" marL="1828800" marR="0" rtl="0" algn="l">
              <a:lnSpc>
                <a:spcPct val="95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4pPr>
            <a:lvl5pPr indent="-228600" lvl="4" marL="2286000" marR="0" rtl="0" algn="l">
              <a:lnSpc>
                <a:spcPct val="95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5pPr>
            <a:lvl6pPr indent="-228600" lvl="5" marL="27432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6pPr>
            <a:lvl7pPr indent="-228600" lvl="6" marL="32004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7pPr>
            <a:lvl8pPr indent="-228600" lvl="7" marL="36576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8pPr>
            <a:lvl9pPr indent="-228600" lvl="8" marL="4114800" marR="0" rtl="0" algn="l">
              <a:lnSpc>
                <a:spcPct val="90000"/>
              </a:lnSpc>
              <a:spcBef>
                <a:spcPts val="400"/>
              </a:spcBef>
              <a:spcAft>
                <a:spcPts val="0"/>
              </a:spcAft>
              <a:buClr>
                <a:srgbClr val="888888"/>
              </a:buClr>
              <a:buSzPts val="1200"/>
              <a:buFont typeface="Arial"/>
              <a:buNone/>
              <a:defRPr b="0" i="0" sz="1200" u="none" cap="none" strike="noStrike">
                <a:solidFill>
                  <a:srgbClr val="888888"/>
                </a:solidFill>
                <a:latin typeface="Open Sans"/>
                <a:ea typeface="Open Sans"/>
                <a:cs typeface="Open Sans"/>
                <a:sym typeface="Open San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lide 1">
  <p:cSld name="1_Agenda Slide 1 2">
    <p:spTree>
      <p:nvGrpSpPr>
        <p:cNvPr id="163" name="Shape 163"/>
        <p:cNvGrpSpPr/>
        <p:nvPr/>
      </p:nvGrpSpPr>
      <p:grpSpPr>
        <a:xfrm>
          <a:off x="0" y="0"/>
          <a:ext cx="0" cy="0"/>
          <a:chOff x="0" y="0"/>
          <a:chExt cx="0" cy="0"/>
        </a:xfrm>
      </p:grpSpPr>
      <p:sp>
        <p:nvSpPr>
          <p:cNvPr id="164" name="Google Shape;164;p26"/>
          <p:cNvSpPr/>
          <p:nvPr/>
        </p:nvSpPr>
        <p:spPr>
          <a:xfrm>
            <a:off x="0" y="0"/>
            <a:ext cx="9144000" cy="5143500"/>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accent3"/>
              </a:solidFill>
              <a:latin typeface="Arial"/>
              <a:ea typeface="Arial"/>
              <a:cs typeface="Arial"/>
              <a:sym typeface="Arial"/>
            </a:endParaRPr>
          </a:p>
        </p:txBody>
      </p:sp>
      <p:sp>
        <p:nvSpPr>
          <p:cNvPr id="165" name="Google Shape;165;p26"/>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pic>
        <p:nvPicPr>
          <p:cNvPr id="166" name="Google Shape;166;p26"/>
          <p:cNvPicPr preferRelativeResize="0"/>
          <p:nvPr/>
        </p:nvPicPr>
        <p:blipFill rotWithShape="1">
          <a:blip r:embed="rId2">
            <a:alphaModFix/>
          </a:blip>
          <a:srcRect b="0" l="0" r="76885" t="0"/>
          <a:stretch/>
        </p:blipFill>
        <p:spPr>
          <a:xfrm>
            <a:off x="8611316" y="4747501"/>
            <a:ext cx="251817" cy="248342"/>
          </a:xfrm>
          <a:prstGeom prst="rect">
            <a:avLst/>
          </a:prstGeom>
          <a:noFill/>
          <a:ln>
            <a:noFill/>
          </a:ln>
        </p:spPr>
      </p:pic>
      <p:sp>
        <p:nvSpPr>
          <p:cNvPr id="167" name="Google Shape;167;p26"/>
          <p:cNvSpPr txBox="1"/>
          <p:nvPr>
            <p:ph type="title"/>
          </p:nvPr>
        </p:nvSpPr>
        <p:spPr>
          <a:xfrm>
            <a:off x="1709057" y="1983057"/>
            <a:ext cx="5725885" cy="966066"/>
          </a:xfrm>
          <a:prstGeom prst="rect">
            <a:avLst/>
          </a:prstGeom>
          <a:noFill/>
          <a:ln>
            <a:noFill/>
          </a:ln>
        </p:spPr>
        <p:txBody>
          <a:bodyPr anchorCtr="0" anchor="t" bIns="34275" lIns="0" spcFirstLastPara="1" rIns="34275" wrap="square" tIns="34275">
            <a:noAutofit/>
          </a:bodyPr>
          <a:lstStyle>
            <a:lvl1pPr lvl="0" algn="ctr">
              <a:lnSpc>
                <a:spcPct val="100000"/>
              </a:lnSpc>
              <a:spcBef>
                <a:spcPts val="0"/>
              </a:spcBef>
              <a:spcAft>
                <a:spcPts val="0"/>
              </a:spcAft>
              <a:buClr>
                <a:schemeClr val="dk1"/>
              </a:buClr>
              <a:buSzPts val="3000"/>
              <a:buFont typeface="Open Sans"/>
              <a:buNone/>
              <a:defRPr sz="27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Thank you slide">
    <p:bg>
      <p:bgPr>
        <a:solidFill>
          <a:srgbClr val="FFF0DB"/>
        </a:solidFill>
      </p:bgPr>
    </p:bg>
    <p:spTree>
      <p:nvGrpSpPr>
        <p:cNvPr id="168" name="Shape 168"/>
        <p:cNvGrpSpPr/>
        <p:nvPr/>
      </p:nvGrpSpPr>
      <p:grpSpPr>
        <a:xfrm>
          <a:off x="0" y="0"/>
          <a:ext cx="0" cy="0"/>
          <a:chOff x="0" y="0"/>
          <a:chExt cx="0" cy="0"/>
        </a:xfrm>
      </p:grpSpPr>
      <p:pic>
        <p:nvPicPr>
          <p:cNvPr id="169" name="Google Shape;169;p27"/>
          <p:cNvPicPr preferRelativeResize="0"/>
          <p:nvPr/>
        </p:nvPicPr>
        <p:blipFill>
          <a:blip r:embed="rId2">
            <a:alphaModFix/>
          </a:blip>
          <a:stretch>
            <a:fillRect/>
          </a:stretch>
        </p:blipFill>
        <p:spPr>
          <a:xfrm>
            <a:off x="6417700" y="4177909"/>
            <a:ext cx="2204799" cy="510353"/>
          </a:xfrm>
          <a:prstGeom prst="rect">
            <a:avLst/>
          </a:prstGeom>
          <a:noFill/>
          <a:ln>
            <a:noFill/>
          </a:ln>
        </p:spPr>
      </p:pic>
      <p:sp>
        <p:nvSpPr>
          <p:cNvPr id="170" name="Google Shape;170;p27"/>
          <p:cNvSpPr/>
          <p:nvPr/>
        </p:nvSpPr>
        <p:spPr>
          <a:xfrm>
            <a:off x="1" y="1233020"/>
            <a:ext cx="6837619" cy="3301654"/>
          </a:xfrm>
          <a:custGeom>
            <a:rect b="b" l="l" r="r" t="t"/>
            <a:pathLst>
              <a:path extrusionOk="0" h="4402205" w="9116826">
                <a:moveTo>
                  <a:pt x="0" y="0"/>
                </a:moveTo>
                <a:lnTo>
                  <a:pt x="3064672" y="0"/>
                </a:lnTo>
                <a:lnTo>
                  <a:pt x="9116826" y="0"/>
                </a:lnTo>
                <a:lnTo>
                  <a:pt x="7632388" y="4402205"/>
                </a:lnTo>
                <a:lnTo>
                  <a:pt x="0" y="4402205"/>
                </a:lnTo>
                <a:close/>
              </a:path>
            </a:pathLst>
          </a:custGeom>
          <a:solidFill>
            <a:schemeClr val="lt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Open Sans"/>
              <a:ea typeface="Open Sans"/>
              <a:cs typeface="Open Sans"/>
              <a:sym typeface="Open Sans"/>
            </a:endParaRPr>
          </a:p>
        </p:txBody>
      </p:sp>
      <p:sp>
        <p:nvSpPr>
          <p:cNvPr id="171" name="Google Shape;171;p27"/>
          <p:cNvSpPr txBox="1"/>
          <p:nvPr>
            <p:ph type="title"/>
          </p:nvPr>
        </p:nvSpPr>
        <p:spPr>
          <a:xfrm>
            <a:off x="549545" y="2069439"/>
            <a:ext cx="3791277" cy="966066"/>
          </a:xfrm>
          <a:prstGeom prst="rect">
            <a:avLst/>
          </a:prstGeom>
          <a:noFill/>
          <a:ln>
            <a:noFill/>
          </a:ln>
        </p:spPr>
        <p:txBody>
          <a:bodyPr anchorCtr="0" anchor="t" bIns="34275" lIns="0" spcFirstLastPara="1" rIns="34275" wrap="square" tIns="34275">
            <a:noAutofit/>
          </a:bodyPr>
          <a:lstStyle>
            <a:lvl1pPr lvl="0" algn="l">
              <a:lnSpc>
                <a:spcPct val="90000"/>
              </a:lnSpc>
              <a:spcBef>
                <a:spcPts val="0"/>
              </a:spcBef>
              <a:spcAft>
                <a:spcPts val="0"/>
              </a:spcAft>
              <a:buClr>
                <a:schemeClr val="dk1"/>
              </a:buClr>
              <a:buSzPts val="4500"/>
              <a:buFont typeface="Open Sans"/>
              <a:buNone/>
              <a:defRPr sz="4500">
                <a:solidFill>
                  <a:schemeClr val="dk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id="172" name="Google Shape;172;p27"/>
          <p:cNvPicPr preferRelativeResize="0"/>
          <p:nvPr/>
        </p:nvPicPr>
        <p:blipFill rotWithShape="1">
          <a:blip r:embed="rId3">
            <a:alphaModFix/>
          </a:blip>
          <a:srcRect b="13343" l="0" r="0" t="0"/>
          <a:stretch/>
        </p:blipFill>
        <p:spPr>
          <a:xfrm flipH="1">
            <a:off x="2514595" y="3175268"/>
            <a:ext cx="690077" cy="1974642"/>
          </a:xfrm>
          <a:prstGeom prst="rect">
            <a:avLst/>
          </a:prstGeom>
          <a:noFill/>
          <a:ln>
            <a:noFill/>
          </a:ln>
        </p:spPr>
      </p:pic>
      <p:pic>
        <p:nvPicPr>
          <p:cNvPr id="173" name="Google Shape;173;p27"/>
          <p:cNvPicPr preferRelativeResize="0"/>
          <p:nvPr/>
        </p:nvPicPr>
        <p:blipFill rotWithShape="1">
          <a:blip r:embed="rId4">
            <a:alphaModFix/>
          </a:blip>
          <a:srcRect b="0" l="0" r="0" t="0"/>
          <a:stretch/>
        </p:blipFill>
        <p:spPr>
          <a:xfrm>
            <a:off x="549556" y="645400"/>
            <a:ext cx="849672" cy="841175"/>
          </a:xfrm>
          <a:prstGeom prst="rect">
            <a:avLst/>
          </a:prstGeom>
          <a:noFill/>
          <a:ln>
            <a:noFill/>
          </a:ln>
        </p:spPr>
      </p:pic>
      <p:pic>
        <p:nvPicPr>
          <p:cNvPr id="174" name="Google Shape;174;p27"/>
          <p:cNvPicPr preferRelativeResize="0"/>
          <p:nvPr/>
        </p:nvPicPr>
        <p:blipFill rotWithShape="1">
          <a:blip r:embed="rId5">
            <a:alphaModFix/>
          </a:blip>
          <a:srcRect b="0" l="0" r="22188" t="16052"/>
          <a:stretch/>
        </p:blipFill>
        <p:spPr>
          <a:xfrm>
            <a:off x="6071080" y="0"/>
            <a:ext cx="3053275" cy="2707413"/>
          </a:xfrm>
          <a:prstGeom prst="rect">
            <a:avLst/>
          </a:prstGeom>
          <a:noFill/>
          <a:ln>
            <a:noFill/>
          </a:ln>
        </p:spPr>
      </p:pic>
      <p:sp>
        <p:nvSpPr>
          <p:cNvPr id="175" name="Google Shape;175;p27"/>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76" name="Shape 176"/>
        <p:cNvGrpSpPr/>
        <p:nvPr/>
      </p:nvGrpSpPr>
      <p:grpSpPr>
        <a:xfrm>
          <a:off x="0" y="0"/>
          <a:ext cx="0" cy="0"/>
          <a:chOff x="0" y="0"/>
          <a:chExt cx="0" cy="0"/>
        </a:xfrm>
      </p:grpSpPr>
      <p:pic>
        <p:nvPicPr>
          <p:cNvPr id="177" name="Google Shape;177;p28"/>
          <p:cNvPicPr preferRelativeResize="0"/>
          <p:nvPr/>
        </p:nvPicPr>
        <p:blipFill rotWithShape="1">
          <a:blip r:embed="rId2">
            <a:alphaModFix/>
          </a:blip>
          <a:srcRect b="0" l="8726" r="0" t="0"/>
          <a:stretch/>
        </p:blipFill>
        <p:spPr>
          <a:xfrm>
            <a:off x="0" y="282800"/>
            <a:ext cx="324275" cy="435525"/>
          </a:xfrm>
          <a:prstGeom prst="rect">
            <a:avLst/>
          </a:prstGeom>
          <a:noFill/>
          <a:ln>
            <a:noFill/>
          </a:ln>
        </p:spPr>
      </p:pic>
      <p:sp>
        <p:nvSpPr>
          <p:cNvPr id="178" name="Google Shape;178;p28"/>
          <p:cNvSpPr txBox="1"/>
          <p:nvPr/>
        </p:nvSpPr>
        <p:spPr>
          <a:xfrm>
            <a:off x="236762" y="4805319"/>
            <a:ext cx="4286400" cy="129000"/>
          </a:xfrm>
          <a:prstGeom prst="rect">
            <a:avLst/>
          </a:prstGeom>
          <a:noFill/>
          <a:ln>
            <a:noFill/>
          </a:ln>
        </p:spPr>
        <p:txBody>
          <a:bodyPr anchorCtr="0" anchor="b" bIns="25700" lIns="51425" spcFirstLastPara="1" rIns="51425" wrap="square" tIns="25700">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chemeClr val="dk1"/>
                </a:solidFill>
                <a:latin typeface="Open Sans"/>
                <a:ea typeface="Open Sans"/>
                <a:cs typeface="Open Sans"/>
                <a:sym typeface="Open Sans"/>
              </a:rPr>
              <a:t>Confidential and Proprietary. Do not distribute without Couchbase consent. © Couchbase 202</a:t>
            </a:r>
            <a:r>
              <a:rPr lang="en" sz="500">
                <a:solidFill>
                  <a:schemeClr val="dk1"/>
                </a:solidFill>
                <a:latin typeface="Open Sans"/>
                <a:ea typeface="Open Sans"/>
                <a:cs typeface="Open Sans"/>
                <a:sym typeface="Open Sans"/>
              </a:rPr>
              <a:t>5</a:t>
            </a:r>
            <a:r>
              <a:rPr b="0" i="0" lang="en" sz="500" u="none" cap="none" strike="noStrike">
                <a:solidFill>
                  <a:schemeClr val="dk1"/>
                </a:solidFill>
                <a:latin typeface="Open Sans"/>
                <a:ea typeface="Open Sans"/>
                <a:cs typeface="Open Sans"/>
                <a:sym typeface="Open Sans"/>
              </a:rPr>
              <a:t>. All rights reserved. </a:t>
            </a:r>
            <a:endParaRPr b="0" i="0" sz="500" u="none" cap="none" strike="noStrike">
              <a:solidFill>
                <a:schemeClr val="dk1"/>
              </a:solidFill>
              <a:latin typeface="Open Sans"/>
              <a:ea typeface="Open Sans"/>
              <a:cs typeface="Open Sans"/>
              <a:sym typeface="Open Sans"/>
            </a:endParaRPr>
          </a:p>
        </p:txBody>
      </p:sp>
      <p:sp>
        <p:nvSpPr>
          <p:cNvPr id="179" name="Google Shape;179;p28"/>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pic>
        <p:nvPicPr>
          <p:cNvPr id="180" name="Google Shape;180;p28"/>
          <p:cNvPicPr preferRelativeResize="0"/>
          <p:nvPr/>
        </p:nvPicPr>
        <p:blipFill rotWithShape="1">
          <a:blip r:embed="rId3">
            <a:alphaModFix/>
          </a:blip>
          <a:srcRect b="0" l="0" r="76885" t="0"/>
          <a:stretch/>
        </p:blipFill>
        <p:spPr>
          <a:xfrm>
            <a:off x="8611316" y="4747501"/>
            <a:ext cx="251817" cy="248342"/>
          </a:xfrm>
          <a:prstGeom prst="rect">
            <a:avLst/>
          </a:prstGeom>
          <a:noFill/>
          <a:ln>
            <a:noFill/>
          </a:ln>
        </p:spPr>
      </p:pic>
      <p:sp>
        <p:nvSpPr>
          <p:cNvPr id="181" name="Google Shape;181;p28"/>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lvl1pPr lvl="0" algn="l">
              <a:lnSpc>
                <a:spcPct val="90000"/>
              </a:lnSpc>
              <a:spcBef>
                <a:spcPts val="0"/>
              </a:spcBef>
              <a:spcAft>
                <a:spcPts val="0"/>
              </a:spcAft>
              <a:buClr>
                <a:schemeClr val="dk1"/>
              </a:buClr>
              <a:buSzPts val="2100"/>
              <a:buFont typeface="Open Sans"/>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82" name="Google Shape;182;p28"/>
          <p:cNvSpPr txBox="1"/>
          <p:nvPr>
            <p:ph idx="1" type="body"/>
          </p:nvPr>
        </p:nvSpPr>
        <p:spPr>
          <a:xfrm>
            <a:off x="448866" y="1133475"/>
            <a:ext cx="3244453" cy="2099072"/>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50000"/>
              </a:lnSpc>
              <a:spcBef>
                <a:spcPts val="0"/>
              </a:spcBef>
              <a:spcAft>
                <a:spcPts val="0"/>
              </a:spcAft>
              <a:buClr>
                <a:srgbClr val="000000"/>
              </a:buClr>
              <a:buSzPts val="1100"/>
              <a:buFont typeface="Arial"/>
              <a:buNone/>
              <a:defRPr b="0" i="0" sz="1100" u="none" cap="none" strike="noStrike">
                <a:solidFill>
                  <a:srgbClr val="000000"/>
                </a:solidFill>
                <a:latin typeface="Open Sans"/>
                <a:ea typeface="Open Sans"/>
                <a:cs typeface="Open Sans"/>
                <a:sym typeface="Open Sans"/>
              </a:defRPr>
            </a:lvl1pPr>
            <a:lvl2pPr indent="-228600" lvl="1" marL="91440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Open Sans"/>
                <a:ea typeface="Open Sans"/>
                <a:cs typeface="Open Sans"/>
                <a:sym typeface="Open Sans"/>
              </a:defRPr>
            </a:lvl2pPr>
            <a:lvl3pPr indent="-228600" lvl="2" marL="137160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Open Sans"/>
                <a:ea typeface="Open Sans"/>
                <a:cs typeface="Open Sans"/>
                <a:sym typeface="Open Sans"/>
              </a:defRPr>
            </a:lvl3pPr>
            <a:lvl4pPr indent="-228600" lvl="3" marL="182880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Open Sans"/>
                <a:ea typeface="Open Sans"/>
                <a:cs typeface="Open Sans"/>
                <a:sym typeface="Open Sans"/>
              </a:defRPr>
            </a:lvl4pPr>
            <a:lvl5pPr indent="-228600" lvl="4" marL="228600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Open Sans"/>
                <a:ea typeface="Open Sans"/>
                <a:cs typeface="Open Sans"/>
                <a:sym typeface="Open Sans"/>
              </a:defRPr>
            </a:lvl5pPr>
            <a:lvl6pPr indent="-228600" lvl="5" marL="274320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83" name="Google Shape;183;p28"/>
          <p:cNvSpPr txBox="1"/>
          <p:nvPr>
            <p:ph idx="2" type="body"/>
          </p:nvPr>
        </p:nvSpPr>
        <p:spPr>
          <a:xfrm>
            <a:off x="4217371" y="1133475"/>
            <a:ext cx="3244453" cy="2099072"/>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50000"/>
              </a:lnSpc>
              <a:spcBef>
                <a:spcPts val="0"/>
              </a:spcBef>
              <a:spcAft>
                <a:spcPts val="0"/>
              </a:spcAft>
              <a:buClr>
                <a:srgbClr val="000000"/>
              </a:buClr>
              <a:buSzPts val="1100"/>
              <a:buFont typeface="Arial"/>
              <a:buNone/>
              <a:defRPr b="0" i="0" sz="1100" u="none" cap="none" strike="noStrike">
                <a:solidFill>
                  <a:srgbClr val="000000"/>
                </a:solidFill>
                <a:latin typeface="Open Sans"/>
                <a:ea typeface="Open Sans"/>
                <a:cs typeface="Open Sans"/>
                <a:sym typeface="Open Sans"/>
              </a:defRPr>
            </a:lvl1pPr>
            <a:lvl2pPr indent="-228600" lvl="1" marL="91440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Open Sans"/>
                <a:ea typeface="Open Sans"/>
                <a:cs typeface="Open Sans"/>
                <a:sym typeface="Open Sans"/>
              </a:defRPr>
            </a:lvl2pPr>
            <a:lvl3pPr indent="-228600" lvl="2" marL="137160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Open Sans"/>
                <a:ea typeface="Open Sans"/>
                <a:cs typeface="Open Sans"/>
                <a:sym typeface="Open Sans"/>
              </a:defRPr>
            </a:lvl3pPr>
            <a:lvl4pPr indent="-228600" lvl="3" marL="182880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Open Sans"/>
                <a:ea typeface="Open Sans"/>
                <a:cs typeface="Open Sans"/>
                <a:sym typeface="Open Sans"/>
              </a:defRPr>
            </a:lvl4pPr>
            <a:lvl5pPr indent="-228600" lvl="4" marL="228600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Open Sans"/>
                <a:ea typeface="Open Sans"/>
                <a:cs typeface="Open Sans"/>
                <a:sym typeface="Open Sans"/>
              </a:defRPr>
            </a:lvl5pPr>
            <a:lvl6pPr indent="-228600" lvl="5" marL="274320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bullets">
  <p:cSld name="Title and Content bullets">
    <p:spTree>
      <p:nvGrpSpPr>
        <p:cNvPr id="184" name="Shape 184"/>
        <p:cNvGrpSpPr/>
        <p:nvPr/>
      </p:nvGrpSpPr>
      <p:grpSpPr>
        <a:xfrm>
          <a:off x="0" y="0"/>
          <a:ext cx="0" cy="0"/>
          <a:chOff x="0" y="0"/>
          <a:chExt cx="0" cy="0"/>
        </a:xfrm>
      </p:grpSpPr>
      <p:sp>
        <p:nvSpPr>
          <p:cNvPr id="185" name="Google Shape;185;p29"/>
          <p:cNvSpPr txBox="1"/>
          <p:nvPr>
            <p:ph idx="1" type="body"/>
          </p:nvPr>
        </p:nvSpPr>
        <p:spPr>
          <a:xfrm>
            <a:off x="450273" y="1253487"/>
            <a:ext cx="8409466" cy="3142084"/>
          </a:xfrm>
          <a:prstGeom prst="rect">
            <a:avLst/>
          </a:prstGeom>
          <a:noFill/>
          <a:ln>
            <a:noFill/>
          </a:ln>
        </p:spPr>
        <p:txBody>
          <a:bodyPr anchorCtr="0" anchor="t" bIns="34275" lIns="0" spcFirstLastPara="1" rIns="68575" wrap="square" tIns="0">
            <a:noAutofit/>
          </a:bodyPr>
          <a:lstStyle>
            <a:lvl1pPr indent="-304800" lvl="0" marL="457200" marR="0" rtl="0" algn="l">
              <a:lnSpc>
                <a:spcPct val="95000"/>
              </a:lnSpc>
              <a:spcBef>
                <a:spcPts val="800"/>
              </a:spcBef>
              <a:spcAft>
                <a:spcPts val="0"/>
              </a:spcAft>
              <a:buClr>
                <a:schemeClr val="dk2"/>
              </a:buClr>
              <a:buSzPts val="1200"/>
              <a:buFont typeface="Arial"/>
              <a:buChar char="•"/>
              <a:defRPr b="0" i="0" sz="1200" u="none" cap="none" strike="noStrike">
                <a:solidFill>
                  <a:schemeClr val="dk1"/>
                </a:solidFill>
                <a:latin typeface="Open Sans"/>
                <a:ea typeface="Open Sans"/>
                <a:cs typeface="Open Sans"/>
                <a:sym typeface="Open Sans"/>
              </a:defRPr>
            </a:lvl1pPr>
            <a:lvl2pPr indent="-285750" lvl="1" marL="914400" marR="0" rtl="0" algn="l">
              <a:lnSpc>
                <a:spcPct val="95000"/>
              </a:lnSpc>
              <a:spcBef>
                <a:spcPts val="400"/>
              </a:spcBef>
              <a:spcAft>
                <a:spcPts val="0"/>
              </a:spcAft>
              <a:buClr>
                <a:schemeClr val="dk2"/>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2"/>
              </a:buClr>
              <a:buSzPts val="800"/>
              <a:buFont typeface="Arial"/>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186" name="Google Shape;186;p29"/>
          <p:cNvSpPr txBox="1"/>
          <p:nvPr/>
        </p:nvSpPr>
        <p:spPr>
          <a:xfrm>
            <a:off x="236762" y="4805319"/>
            <a:ext cx="4286400" cy="129000"/>
          </a:xfrm>
          <a:prstGeom prst="rect">
            <a:avLst/>
          </a:prstGeom>
          <a:noFill/>
          <a:ln>
            <a:noFill/>
          </a:ln>
        </p:spPr>
        <p:txBody>
          <a:bodyPr anchorCtr="0" anchor="b" bIns="25700" lIns="51425" spcFirstLastPara="1" rIns="51425" wrap="square" tIns="25700">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chemeClr val="dk1"/>
                </a:solidFill>
                <a:latin typeface="Open Sans"/>
                <a:ea typeface="Open Sans"/>
                <a:cs typeface="Open Sans"/>
                <a:sym typeface="Open Sans"/>
              </a:rPr>
              <a:t>Confidential and Proprietary. Do not distribute without Couchbase consent. © Couchbase 202</a:t>
            </a:r>
            <a:r>
              <a:rPr lang="en" sz="500">
                <a:solidFill>
                  <a:schemeClr val="dk1"/>
                </a:solidFill>
                <a:latin typeface="Open Sans"/>
                <a:ea typeface="Open Sans"/>
                <a:cs typeface="Open Sans"/>
                <a:sym typeface="Open Sans"/>
              </a:rPr>
              <a:t>5</a:t>
            </a:r>
            <a:r>
              <a:rPr b="0" i="0" lang="en" sz="500" u="none" cap="none" strike="noStrike">
                <a:solidFill>
                  <a:schemeClr val="dk1"/>
                </a:solidFill>
                <a:latin typeface="Open Sans"/>
                <a:ea typeface="Open Sans"/>
                <a:cs typeface="Open Sans"/>
                <a:sym typeface="Open Sans"/>
              </a:rPr>
              <a:t>. All rights reserved. </a:t>
            </a:r>
            <a:endParaRPr b="0" i="0" sz="500" u="none" cap="none" strike="noStrike">
              <a:solidFill>
                <a:schemeClr val="dk1"/>
              </a:solidFill>
              <a:latin typeface="Open Sans"/>
              <a:ea typeface="Open Sans"/>
              <a:cs typeface="Open Sans"/>
              <a:sym typeface="Open Sans"/>
            </a:endParaRPr>
          </a:p>
        </p:txBody>
      </p:sp>
      <p:pic>
        <p:nvPicPr>
          <p:cNvPr id="187" name="Google Shape;187;p29"/>
          <p:cNvPicPr preferRelativeResize="0"/>
          <p:nvPr/>
        </p:nvPicPr>
        <p:blipFill rotWithShape="1">
          <a:blip r:embed="rId2">
            <a:alphaModFix/>
          </a:blip>
          <a:srcRect b="0" l="0" r="76885" t="0"/>
          <a:stretch/>
        </p:blipFill>
        <p:spPr>
          <a:xfrm>
            <a:off x="8611316" y="4747501"/>
            <a:ext cx="251817" cy="248342"/>
          </a:xfrm>
          <a:prstGeom prst="rect">
            <a:avLst/>
          </a:prstGeom>
          <a:noFill/>
          <a:ln>
            <a:noFill/>
          </a:ln>
        </p:spPr>
      </p:pic>
      <p:sp>
        <p:nvSpPr>
          <p:cNvPr id="188" name="Google Shape;188;p29"/>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sp>
        <p:nvSpPr>
          <p:cNvPr id="189" name="Google Shape;189;p29"/>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lvl1pPr lvl="0" algn="l">
              <a:lnSpc>
                <a:spcPct val="90000"/>
              </a:lnSpc>
              <a:spcBef>
                <a:spcPts val="0"/>
              </a:spcBef>
              <a:spcAft>
                <a:spcPts val="0"/>
              </a:spcAft>
              <a:buClr>
                <a:schemeClr val="dk1"/>
              </a:buClr>
              <a:buSzPts val="2100"/>
              <a:buFont typeface="Open Sans"/>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id="190" name="Google Shape;190;p29"/>
          <p:cNvPicPr preferRelativeResize="0"/>
          <p:nvPr/>
        </p:nvPicPr>
        <p:blipFill rotWithShape="1">
          <a:blip r:embed="rId3">
            <a:alphaModFix/>
          </a:blip>
          <a:srcRect b="0" l="8726" r="0" t="0"/>
          <a:stretch/>
        </p:blipFill>
        <p:spPr>
          <a:xfrm>
            <a:off x="0" y="282800"/>
            <a:ext cx="324275" cy="435525"/>
          </a:xfrm>
          <a:prstGeom prst="rect">
            <a:avLst/>
          </a:prstGeom>
          <a:noFill/>
          <a:ln>
            <a:noFill/>
          </a:ln>
        </p:spPr>
      </p:pic>
    </p:spTree>
  </p:cSld>
  <p:clrMapOvr>
    <a:masterClrMapping/>
  </p:clrMapOvr>
  <p:extLst>
    <p:ext uri="{DCECCB84-F9BA-43D5-87BE-67443E8EF086}">
      <p15:sldGuideLst>
        <p15:guide id="1" pos="180">
          <p15:clr>
            <a:srgbClr val="5ACBF0"/>
          </p15:clr>
        </p15:guide>
        <p15:guide id="2" pos="5580">
          <p15:clr>
            <a:srgbClr val="5ACBF0"/>
          </p15:clr>
        </p15:guide>
        <p15:guide id="3" orient="horz" pos="756">
          <p15:clr>
            <a:srgbClr val="5ACBF0"/>
          </p15:clr>
        </p15:guide>
        <p15:guide id="4" orient="horz" pos="2916">
          <p15:clr>
            <a:srgbClr val="5ACBF0"/>
          </p15:clr>
        </p15:guide>
        <p15:guide id="5" orient="horz" pos="3068">
          <p15:clr>
            <a:srgbClr val="5ACBF0"/>
          </p15:clr>
        </p15:guide>
        <p15:guide id="6" orient="horz" pos="450">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w/code screen 2">
  <p:cSld name="Title and Content w/code screen 2">
    <p:spTree>
      <p:nvGrpSpPr>
        <p:cNvPr id="191" name="Shape 191"/>
        <p:cNvGrpSpPr/>
        <p:nvPr/>
      </p:nvGrpSpPr>
      <p:grpSpPr>
        <a:xfrm>
          <a:off x="0" y="0"/>
          <a:ext cx="0" cy="0"/>
          <a:chOff x="0" y="0"/>
          <a:chExt cx="0" cy="0"/>
        </a:xfrm>
      </p:grpSpPr>
      <p:sp>
        <p:nvSpPr>
          <p:cNvPr id="192" name="Google Shape;192;p30"/>
          <p:cNvSpPr txBox="1"/>
          <p:nvPr>
            <p:ph idx="1" type="body"/>
          </p:nvPr>
        </p:nvSpPr>
        <p:spPr>
          <a:xfrm>
            <a:off x="3712802" y="1200150"/>
            <a:ext cx="5150330" cy="3429000"/>
          </a:xfrm>
          <a:prstGeom prst="rect">
            <a:avLst/>
          </a:prstGeom>
          <a:solidFill>
            <a:srgbClr val="F2F2F2"/>
          </a:solidFill>
          <a:ln>
            <a:noFill/>
          </a:ln>
        </p:spPr>
        <p:txBody>
          <a:bodyPr anchorCtr="0" anchor="t" bIns="274325" lIns="480050" spcFirstLastPara="1" rIns="1097275" wrap="square" tIns="137150">
            <a:noAutofit/>
          </a:bodyPr>
          <a:lstStyle>
            <a:lvl1pPr indent="-228600" lvl="0" marL="457200" marR="0" rtl="0" algn="l">
              <a:lnSpc>
                <a:spcPct val="150000"/>
              </a:lnSpc>
              <a:spcBef>
                <a:spcPts val="800"/>
              </a:spcBef>
              <a:spcAft>
                <a:spcPts val="0"/>
              </a:spcAft>
              <a:buClr>
                <a:schemeClr val="dk1"/>
              </a:buClr>
              <a:buSzPts val="900"/>
              <a:buFont typeface="Arial"/>
              <a:buNone/>
              <a:defRPr b="0" i="0" sz="900" u="none" cap="none" strike="noStrike">
                <a:solidFill>
                  <a:schemeClr val="dk1"/>
                </a:solidFill>
                <a:latin typeface="Source Code Pro"/>
                <a:ea typeface="Source Code Pro"/>
                <a:cs typeface="Source Code Pro"/>
                <a:sym typeface="Source Code Pro"/>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193" name="Google Shape;193;p30"/>
          <p:cNvSpPr txBox="1"/>
          <p:nvPr>
            <p:ph idx="2" type="body"/>
          </p:nvPr>
        </p:nvSpPr>
        <p:spPr>
          <a:xfrm>
            <a:off x="448784" y="1200150"/>
            <a:ext cx="2890161" cy="3142085"/>
          </a:xfrm>
          <a:prstGeom prst="rect">
            <a:avLst/>
          </a:prstGeom>
          <a:noFill/>
          <a:ln>
            <a:noFill/>
          </a:ln>
        </p:spPr>
        <p:txBody>
          <a:bodyPr anchorCtr="0" anchor="t" bIns="34275" lIns="0" spcFirstLastPara="1" rIns="68575" wrap="square" tIns="0">
            <a:noAutofit/>
          </a:bodyPr>
          <a:lstStyle>
            <a:lvl1pPr indent="-304800" lvl="0" marL="457200" marR="0" rtl="0" algn="l">
              <a:lnSpc>
                <a:spcPct val="95000"/>
              </a:lnSpc>
              <a:spcBef>
                <a:spcPts val="800"/>
              </a:spcBef>
              <a:spcAft>
                <a:spcPts val="0"/>
              </a:spcAft>
              <a:buClr>
                <a:schemeClr val="dk2"/>
              </a:buClr>
              <a:buSzPts val="1200"/>
              <a:buFont typeface="Arial"/>
              <a:buChar char="•"/>
              <a:defRPr b="0" i="0" sz="1200" u="none" cap="none" strike="noStrike">
                <a:solidFill>
                  <a:schemeClr val="dk1"/>
                </a:solidFill>
                <a:latin typeface="Open Sans"/>
                <a:ea typeface="Open Sans"/>
                <a:cs typeface="Open Sans"/>
                <a:sym typeface="Open Sans"/>
              </a:defRPr>
            </a:lvl1pPr>
            <a:lvl2pPr indent="-285750" lvl="1" marL="914400" marR="0" rtl="0" algn="l">
              <a:lnSpc>
                <a:spcPct val="95000"/>
              </a:lnSpc>
              <a:spcBef>
                <a:spcPts val="400"/>
              </a:spcBef>
              <a:spcAft>
                <a:spcPts val="0"/>
              </a:spcAft>
              <a:buClr>
                <a:schemeClr val="dk2"/>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2"/>
              </a:buClr>
              <a:buSzPts val="800"/>
              <a:buFont typeface="Arial"/>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194" name="Google Shape;194;p30"/>
          <p:cNvSpPr txBox="1"/>
          <p:nvPr/>
        </p:nvSpPr>
        <p:spPr>
          <a:xfrm>
            <a:off x="236762" y="4805319"/>
            <a:ext cx="4286400" cy="129000"/>
          </a:xfrm>
          <a:prstGeom prst="rect">
            <a:avLst/>
          </a:prstGeom>
          <a:noFill/>
          <a:ln>
            <a:noFill/>
          </a:ln>
        </p:spPr>
        <p:txBody>
          <a:bodyPr anchorCtr="0" anchor="b" bIns="25700" lIns="51425" spcFirstLastPara="1" rIns="51425" wrap="square" tIns="25700">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chemeClr val="dk1"/>
                </a:solidFill>
                <a:latin typeface="Open Sans"/>
                <a:ea typeface="Open Sans"/>
                <a:cs typeface="Open Sans"/>
                <a:sym typeface="Open Sans"/>
              </a:rPr>
              <a:t>Confidential and Proprietary. Do not distribute without Couchbase consent. © Couchbase 202</a:t>
            </a:r>
            <a:r>
              <a:rPr lang="en" sz="500">
                <a:solidFill>
                  <a:schemeClr val="dk1"/>
                </a:solidFill>
                <a:latin typeface="Open Sans"/>
                <a:ea typeface="Open Sans"/>
                <a:cs typeface="Open Sans"/>
                <a:sym typeface="Open Sans"/>
              </a:rPr>
              <a:t>5</a:t>
            </a:r>
            <a:r>
              <a:rPr b="0" i="0" lang="en" sz="500" u="none" cap="none" strike="noStrike">
                <a:solidFill>
                  <a:schemeClr val="dk1"/>
                </a:solidFill>
                <a:latin typeface="Open Sans"/>
                <a:ea typeface="Open Sans"/>
                <a:cs typeface="Open Sans"/>
                <a:sym typeface="Open Sans"/>
              </a:rPr>
              <a:t>. All rights reserved. </a:t>
            </a:r>
            <a:endParaRPr b="0" i="0" sz="500" u="none" cap="none" strike="noStrike">
              <a:solidFill>
                <a:schemeClr val="dk1"/>
              </a:solidFill>
              <a:latin typeface="Open Sans"/>
              <a:ea typeface="Open Sans"/>
              <a:cs typeface="Open Sans"/>
              <a:sym typeface="Open Sans"/>
            </a:endParaRPr>
          </a:p>
        </p:txBody>
      </p:sp>
      <p:pic>
        <p:nvPicPr>
          <p:cNvPr id="195" name="Google Shape;195;p30"/>
          <p:cNvPicPr preferRelativeResize="0"/>
          <p:nvPr/>
        </p:nvPicPr>
        <p:blipFill rotWithShape="1">
          <a:blip r:embed="rId2">
            <a:alphaModFix/>
          </a:blip>
          <a:srcRect b="0" l="0" r="76885" t="0"/>
          <a:stretch/>
        </p:blipFill>
        <p:spPr>
          <a:xfrm>
            <a:off x="8611316" y="4747501"/>
            <a:ext cx="251817" cy="248342"/>
          </a:xfrm>
          <a:prstGeom prst="rect">
            <a:avLst/>
          </a:prstGeom>
          <a:noFill/>
          <a:ln>
            <a:noFill/>
          </a:ln>
        </p:spPr>
      </p:pic>
      <p:sp>
        <p:nvSpPr>
          <p:cNvPr id="196" name="Google Shape;196;p30"/>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sp>
        <p:nvSpPr>
          <p:cNvPr id="197" name="Google Shape;197;p30"/>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lvl1pPr lvl="0" algn="l">
              <a:lnSpc>
                <a:spcPct val="90000"/>
              </a:lnSpc>
              <a:spcBef>
                <a:spcPts val="0"/>
              </a:spcBef>
              <a:spcAft>
                <a:spcPts val="0"/>
              </a:spcAft>
              <a:buClr>
                <a:schemeClr val="dk1"/>
              </a:buClr>
              <a:buSzPts val="2100"/>
              <a:buFont typeface="Open Sans"/>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id="198" name="Google Shape;198;p30"/>
          <p:cNvPicPr preferRelativeResize="0"/>
          <p:nvPr/>
        </p:nvPicPr>
        <p:blipFill rotWithShape="1">
          <a:blip r:embed="rId3">
            <a:alphaModFix/>
          </a:blip>
          <a:srcRect b="0" l="8726" r="0" t="0"/>
          <a:stretch/>
        </p:blipFill>
        <p:spPr>
          <a:xfrm>
            <a:off x="0" y="282800"/>
            <a:ext cx="324275" cy="435525"/>
          </a:xfrm>
          <a:prstGeom prst="rect">
            <a:avLst/>
          </a:prstGeom>
          <a:noFill/>
          <a:ln>
            <a:noFill/>
          </a:ln>
        </p:spPr>
      </p:pic>
    </p:spTree>
  </p:cSld>
  <p:clrMapOvr>
    <a:masterClrMapping/>
  </p:clrMapOvr>
  <p:extLst>
    <p:ext uri="{DCECCB84-F9BA-43D5-87BE-67443E8EF086}">
      <p15:sldGuideLst>
        <p15:guide id="1" pos="180">
          <p15:clr>
            <a:srgbClr val="5ACBF0"/>
          </p15:clr>
        </p15:guide>
        <p15:guide id="2" pos="5580">
          <p15:clr>
            <a:srgbClr val="5ACBF0"/>
          </p15:clr>
        </p15:guide>
        <p15:guide id="3" orient="horz" pos="756">
          <p15:clr>
            <a:srgbClr val="5ACBF0"/>
          </p15:clr>
        </p15:guide>
        <p15:guide id="4" orient="horz" pos="2916">
          <p15:clr>
            <a:srgbClr val="5ACBF0"/>
          </p15:clr>
        </p15:guide>
        <p15:guide id="5" orient="horz" pos="3068">
          <p15:clr>
            <a:srgbClr val="5ACBF0"/>
          </p15:clr>
        </p15:guide>
        <p15:guide id="6" orient="horz" pos="450">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9" name="Shape 199"/>
        <p:cNvGrpSpPr/>
        <p:nvPr/>
      </p:nvGrpSpPr>
      <p:grpSpPr>
        <a:xfrm>
          <a:off x="0" y="0"/>
          <a:ext cx="0" cy="0"/>
          <a:chOff x="0" y="0"/>
          <a:chExt cx="0" cy="0"/>
        </a:xfrm>
      </p:grpSpPr>
      <p:sp>
        <p:nvSpPr>
          <p:cNvPr id="200" name="Google Shape;200;p31"/>
          <p:cNvSpPr txBox="1"/>
          <p:nvPr/>
        </p:nvSpPr>
        <p:spPr>
          <a:xfrm>
            <a:off x="236762" y="4805319"/>
            <a:ext cx="4286400" cy="129000"/>
          </a:xfrm>
          <a:prstGeom prst="rect">
            <a:avLst/>
          </a:prstGeom>
          <a:noFill/>
          <a:ln>
            <a:noFill/>
          </a:ln>
        </p:spPr>
        <p:txBody>
          <a:bodyPr anchorCtr="0" anchor="b" bIns="25700" lIns="51425" spcFirstLastPara="1" rIns="51425" wrap="square" tIns="25700">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chemeClr val="dk1"/>
                </a:solidFill>
                <a:latin typeface="Open Sans"/>
                <a:ea typeface="Open Sans"/>
                <a:cs typeface="Open Sans"/>
                <a:sym typeface="Open Sans"/>
              </a:rPr>
              <a:t>Confidential and Proprietary. Do not distribute without Couchbase consent. © Couchbase 202</a:t>
            </a:r>
            <a:r>
              <a:rPr lang="en" sz="500">
                <a:solidFill>
                  <a:schemeClr val="dk1"/>
                </a:solidFill>
                <a:latin typeface="Open Sans"/>
                <a:ea typeface="Open Sans"/>
                <a:cs typeface="Open Sans"/>
                <a:sym typeface="Open Sans"/>
              </a:rPr>
              <a:t>5</a:t>
            </a:r>
            <a:r>
              <a:rPr b="0" i="0" lang="en" sz="500" u="none" cap="none" strike="noStrike">
                <a:solidFill>
                  <a:schemeClr val="dk1"/>
                </a:solidFill>
                <a:latin typeface="Open Sans"/>
                <a:ea typeface="Open Sans"/>
                <a:cs typeface="Open Sans"/>
                <a:sym typeface="Open Sans"/>
              </a:rPr>
              <a:t>. All rights reserved. </a:t>
            </a:r>
            <a:endParaRPr b="0" i="0" sz="500" u="none" cap="none" strike="noStrike">
              <a:solidFill>
                <a:schemeClr val="dk1"/>
              </a:solidFill>
              <a:latin typeface="Open Sans"/>
              <a:ea typeface="Open Sans"/>
              <a:cs typeface="Open Sans"/>
              <a:sym typeface="Open Sans"/>
            </a:endParaRPr>
          </a:p>
        </p:txBody>
      </p:sp>
      <p:sp>
        <p:nvSpPr>
          <p:cNvPr id="201" name="Google Shape;201;p31"/>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pic>
        <p:nvPicPr>
          <p:cNvPr id="202" name="Google Shape;202;p31"/>
          <p:cNvPicPr preferRelativeResize="0"/>
          <p:nvPr/>
        </p:nvPicPr>
        <p:blipFill rotWithShape="1">
          <a:blip r:embed="rId2">
            <a:alphaModFix/>
          </a:blip>
          <a:srcRect b="0" l="0" r="76885" t="0"/>
          <a:stretch/>
        </p:blipFill>
        <p:spPr>
          <a:xfrm>
            <a:off x="8611316" y="4747501"/>
            <a:ext cx="251817" cy="248342"/>
          </a:xfrm>
          <a:prstGeom prst="rect">
            <a:avLst/>
          </a:prstGeom>
          <a:noFill/>
          <a:ln>
            <a:noFill/>
          </a:ln>
        </p:spPr>
      </p:pic>
      <p:sp>
        <p:nvSpPr>
          <p:cNvPr id="203" name="Google Shape;203;p31"/>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lvl1pPr lvl="0" algn="l">
              <a:lnSpc>
                <a:spcPct val="90000"/>
              </a:lnSpc>
              <a:spcBef>
                <a:spcPts val="0"/>
              </a:spcBef>
              <a:spcAft>
                <a:spcPts val="0"/>
              </a:spcAft>
              <a:buClr>
                <a:schemeClr val="dk1"/>
              </a:buClr>
              <a:buSzPts val="2100"/>
              <a:buFont typeface="Open Sans"/>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id="204" name="Google Shape;204;p31"/>
          <p:cNvPicPr preferRelativeResize="0"/>
          <p:nvPr/>
        </p:nvPicPr>
        <p:blipFill rotWithShape="1">
          <a:blip r:embed="rId3">
            <a:alphaModFix/>
          </a:blip>
          <a:srcRect b="0" l="8726" r="0" t="0"/>
          <a:stretch/>
        </p:blipFill>
        <p:spPr>
          <a:xfrm>
            <a:off x="0" y="282800"/>
            <a:ext cx="324275" cy="435525"/>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llar Graphic">
  <p:cSld name="3 Pillar Graphic">
    <p:spTree>
      <p:nvGrpSpPr>
        <p:cNvPr id="205" name="Shape 205"/>
        <p:cNvGrpSpPr/>
        <p:nvPr/>
      </p:nvGrpSpPr>
      <p:grpSpPr>
        <a:xfrm>
          <a:off x="0" y="0"/>
          <a:ext cx="0" cy="0"/>
          <a:chOff x="0" y="0"/>
          <a:chExt cx="0" cy="0"/>
        </a:xfrm>
      </p:grpSpPr>
      <p:sp>
        <p:nvSpPr>
          <p:cNvPr id="206" name="Google Shape;206;p32"/>
          <p:cNvSpPr txBox="1"/>
          <p:nvPr>
            <p:ph idx="1" type="body"/>
          </p:nvPr>
        </p:nvSpPr>
        <p:spPr>
          <a:xfrm>
            <a:off x="6213944" y="1105797"/>
            <a:ext cx="2481344" cy="3429000"/>
          </a:xfrm>
          <a:prstGeom prst="rect">
            <a:avLst/>
          </a:prstGeom>
          <a:noFill/>
          <a:ln>
            <a:noFill/>
          </a:ln>
        </p:spPr>
        <p:txBody>
          <a:bodyPr anchorCtr="0" anchor="t" bIns="34275" lIns="68575" spcFirstLastPara="1" rIns="274325" wrap="square" tIns="1508750">
            <a:noAutofit/>
          </a:bodyPr>
          <a:lstStyle>
            <a:lvl1pPr indent="-298450" lvl="0" marL="457200" marR="0" rtl="0" algn="l">
              <a:lnSpc>
                <a:spcPct val="95000"/>
              </a:lnSpc>
              <a:spcBef>
                <a:spcPts val="800"/>
              </a:spcBef>
              <a:spcAft>
                <a:spcPts val="0"/>
              </a:spcAft>
              <a:buClr>
                <a:schemeClr val="dk2"/>
              </a:buClr>
              <a:buSzPts val="1100"/>
              <a:buFont typeface="Arial"/>
              <a:buChar char="•"/>
              <a:defRPr b="0" i="0" sz="1100" u="none" cap="none" strike="noStrike">
                <a:solidFill>
                  <a:schemeClr val="dk1"/>
                </a:solidFill>
                <a:latin typeface="Open Sans"/>
                <a:ea typeface="Open Sans"/>
                <a:cs typeface="Open Sans"/>
                <a:sym typeface="Open Sans"/>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07" name="Google Shape;207;p32"/>
          <p:cNvSpPr txBox="1"/>
          <p:nvPr>
            <p:ph idx="2" type="body"/>
          </p:nvPr>
        </p:nvSpPr>
        <p:spPr>
          <a:xfrm>
            <a:off x="3249884" y="1105797"/>
            <a:ext cx="2481343" cy="3429000"/>
          </a:xfrm>
          <a:prstGeom prst="rect">
            <a:avLst/>
          </a:prstGeom>
          <a:noFill/>
          <a:ln>
            <a:noFill/>
          </a:ln>
        </p:spPr>
        <p:txBody>
          <a:bodyPr anchorCtr="0" anchor="t" bIns="34275" lIns="68575" spcFirstLastPara="1" rIns="274325" wrap="square" tIns="1508750">
            <a:noAutofit/>
          </a:bodyPr>
          <a:lstStyle>
            <a:lvl1pPr indent="-298450" lvl="0" marL="457200" marR="0" rtl="0" algn="l">
              <a:lnSpc>
                <a:spcPct val="95000"/>
              </a:lnSpc>
              <a:spcBef>
                <a:spcPts val="800"/>
              </a:spcBef>
              <a:spcAft>
                <a:spcPts val="0"/>
              </a:spcAft>
              <a:buClr>
                <a:schemeClr val="dk2"/>
              </a:buClr>
              <a:buSzPts val="1100"/>
              <a:buFont typeface="Arial"/>
              <a:buChar char="•"/>
              <a:defRPr b="0" i="0" sz="1100" u="none" cap="none" strike="noStrike">
                <a:solidFill>
                  <a:schemeClr val="dk1"/>
                </a:solidFill>
                <a:latin typeface="Open Sans"/>
                <a:ea typeface="Open Sans"/>
                <a:cs typeface="Open Sans"/>
                <a:sym typeface="Open Sans"/>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08" name="Google Shape;208;p32"/>
          <p:cNvSpPr txBox="1"/>
          <p:nvPr>
            <p:ph idx="3" type="body"/>
          </p:nvPr>
        </p:nvSpPr>
        <p:spPr>
          <a:xfrm>
            <a:off x="285822" y="1105797"/>
            <a:ext cx="2481343" cy="3429000"/>
          </a:xfrm>
          <a:prstGeom prst="rect">
            <a:avLst/>
          </a:prstGeom>
          <a:noFill/>
          <a:ln>
            <a:noFill/>
          </a:ln>
        </p:spPr>
        <p:txBody>
          <a:bodyPr anchorCtr="0" anchor="t" bIns="34275" lIns="68575" spcFirstLastPara="1" rIns="274325" wrap="square" tIns="1508750">
            <a:noAutofit/>
          </a:bodyPr>
          <a:lstStyle>
            <a:lvl1pPr indent="-298450" lvl="0" marL="457200" marR="0" rtl="0" algn="l">
              <a:lnSpc>
                <a:spcPct val="95000"/>
              </a:lnSpc>
              <a:spcBef>
                <a:spcPts val="800"/>
              </a:spcBef>
              <a:spcAft>
                <a:spcPts val="0"/>
              </a:spcAft>
              <a:buClr>
                <a:schemeClr val="dk2"/>
              </a:buClr>
              <a:buSzPts val="1100"/>
              <a:buFont typeface="Arial"/>
              <a:buChar char="•"/>
              <a:defRPr b="0" i="0" sz="1100" u="none" cap="none" strike="noStrike">
                <a:solidFill>
                  <a:schemeClr val="dk1"/>
                </a:solidFill>
                <a:latin typeface="Open Sans"/>
                <a:ea typeface="Open Sans"/>
                <a:cs typeface="Open Sans"/>
                <a:sym typeface="Open Sans"/>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09" name="Google Shape;209;p32"/>
          <p:cNvSpPr txBox="1"/>
          <p:nvPr/>
        </p:nvSpPr>
        <p:spPr>
          <a:xfrm>
            <a:off x="236762" y="4805319"/>
            <a:ext cx="4286400" cy="129000"/>
          </a:xfrm>
          <a:prstGeom prst="rect">
            <a:avLst/>
          </a:prstGeom>
          <a:noFill/>
          <a:ln>
            <a:noFill/>
          </a:ln>
        </p:spPr>
        <p:txBody>
          <a:bodyPr anchorCtr="0" anchor="b" bIns="25700" lIns="51425" spcFirstLastPara="1" rIns="51425" wrap="square" tIns="25700">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chemeClr val="dk1"/>
                </a:solidFill>
                <a:latin typeface="Open Sans"/>
                <a:ea typeface="Open Sans"/>
                <a:cs typeface="Open Sans"/>
                <a:sym typeface="Open Sans"/>
              </a:rPr>
              <a:t>Confidential and Proprietary. Do not distribute without Couchbase consent. © Couchbase 202</a:t>
            </a:r>
            <a:r>
              <a:rPr lang="en" sz="500">
                <a:solidFill>
                  <a:schemeClr val="dk1"/>
                </a:solidFill>
                <a:latin typeface="Open Sans"/>
                <a:ea typeface="Open Sans"/>
                <a:cs typeface="Open Sans"/>
                <a:sym typeface="Open Sans"/>
              </a:rPr>
              <a:t>5</a:t>
            </a:r>
            <a:r>
              <a:rPr b="0" i="0" lang="en" sz="500" u="none" cap="none" strike="noStrike">
                <a:solidFill>
                  <a:schemeClr val="dk1"/>
                </a:solidFill>
                <a:latin typeface="Open Sans"/>
                <a:ea typeface="Open Sans"/>
                <a:cs typeface="Open Sans"/>
                <a:sym typeface="Open Sans"/>
              </a:rPr>
              <a:t>. All rights reserved. </a:t>
            </a:r>
            <a:endParaRPr b="0" i="0" sz="500" u="none" cap="none" strike="noStrike">
              <a:solidFill>
                <a:schemeClr val="dk1"/>
              </a:solidFill>
              <a:latin typeface="Open Sans"/>
              <a:ea typeface="Open Sans"/>
              <a:cs typeface="Open Sans"/>
              <a:sym typeface="Open Sans"/>
            </a:endParaRPr>
          </a:p>
        </p:txBody>
      </p:sp>
      <p:sp>
        <p:nvSpPr>
          <p:cNvPr id="210" name="Google Shape;210;p32"/>
          <p:cNvSpPr txBox="1"/>
          <p:nvPr>
            <p:ph idx="4" type="body"/>
          </p:nvPr>
        </p:nvSpPr>
        <p:spPr>
          <a:xfrm>
            <a:off x="285822" y="1105797"/>
            <a:ext cx="2481343" cy="884959"/>
          </a:xfrm>
          <a:prstGeom prst="rect">
            <a:avLst/>
          </a:prstGeom>
          <a:noFill/>
          <a:ln>
            <a:noFill/>
          </a:ln>
        </p:spPr>
        <p:txBody>
          <a:bodyPr anchorCtr="0" anchor="ctr" bIns="34275" lIns="68575" spcFirstLastPara="1" rIns="68575" wrap="square" tIns="34275">
            <a:noAutofit/>
          </a:bodyPr>
          <a:lstStyle>
            <a:lvl1pPr indent="-228600" lvl="0" marL="457200" marR="0" rtl="0" algn="ctr">
              <a:lnSpc>
                <a:spcPct val="95000"/>
              </a:lnSpc>
              <a:spcBef>
                <a:spcPts val="0"/>
              </a:spcBef>
              <a:spcAft>
                <a:spcPts val="0"/>
              </a:spcAft>
              <a:buClr>
                <a:schemeClr val="dk1"/>
              </a:buClr>
              <a:buSzPts val="1800"/>
              <a:buFont typeface="Arial"/>
              <a:buNone/>
              <a:defRPr b="1" i="0" sz="1800" u="none" cap="none" strike="noStrike">
                <a:solidFill>
                  <a:schemeClr val="dk1"/>
                </a:solidFill>
                <a:latin typeface="Open Sans ExtraBold"/>
                <a:ea typeface="Open Sans ExtraBold"/>
                <a:cs typeface="Open Sans ExtraBold"/>
                <a:sym typeface="Open Sans ExtraBold"/>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11" name="Google Shape;211;p32"/>
          <p:cNvSpPr txBox="1"/>
          <p:nvPr>
            <p:ph idx="5" type="body"/>
          </p:nvPr>
        </p:nvSpPr>
        <p:spPr>
          <a:xfrm>
            <a:off x="6213944" y="1105797"/>
            <a:ext cx="2481344" cy="884959"/>
          </a:xfrm>
          <a:prstGeom prst="rect">
            <a:avLst/>
          </a:prstGeom>
          <a:noFill/>
          <a:ln>
            <a:noFill/>
          </a:ln>
        </p:spPr>
        <p:txBody>
          <a:bodyPr anchorCtr="0" anchor="ctr" bIns="34275" lIns="68575" spcFirstLastPara="1" rIns="68575" wrap="square" tIns="34275">
            <a:noAutofit/>
          </a:bodyPr>
          <a:lstStyle>
            <a:lvl1pPr indent="-228600" lvl="0" marL="457200" marR="0" rtl="0" algn="ctr">
              <a:lnSpc>
                <a:spcPct val="95000"/>
              </a:lnSpc>
              <a:spcBef>
                <a:spcPts val="0"/>
              </a:spcBef>
              <a:spcAft>
                <a:spcPts val="0"/>
              </a:spcAft>
              <a:buClr>
                <a:schemeClr val="dk1"/>
              </a:buClr>
              <a:buSzPts val="1800"/>
              <a:buFont typeface="Arial"/>
              <a:buNone/>
              <a:defRPr b="1" i="0" sz="1800" u="none" cap="none" strike="noStrike">
                <a:solidFill>
                  <a:schemeClr val="dk1"/>
                </a:solidFill>
                <a:latin typeface="Open Sans ExtraBold"/>
                <a:ea typeface="Open Sans ExtraBold"/>
                <a:cs typeface="Open Sans ExtraBold"/>
                <a:sym typeface="Open Sans ExtraBold"/>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12" name="Google Shape;212;p32"/>
          <p:cNvSpPr txBox="1"/>
          <p:nvPr>
            <p:ph idx="6" type="body"/>
          </p:nvPr>
        </p:nvSpPr>
        <p:spPr>
          <a:xfrm>
            <a:off x="3249883" y="1105797"/>
            <a:ext cx="2481343" cy="884959"/>
          </a:xfrm>
          <a:prstGeom prst="rect">
            <a:avLst/>
          </a:prstGeom>
          <a:noFill/>
          <a:ln>
            <a:noFill/>
          </a:ln>
        </p:spPr>
        <p:txBody>
          <a:bodyPr anchorCtr="0" anchor="ctr" bIns="34275" lIns="68575" spcFirstLastPara="1" rIns="68575" wrap="square" tIns="34275">
            <a:noAutofit/>
          </a:bodyPr>
          <a:lstStyle>
            <a:lvl1pPr indent="-228600" lvl="0" marL="457200" marR="0" rtl="0" algn="ctr">
              <a:lnSpc>
                <a:spcPct val="95000"/>
              </a:lnSpc>
              <a:spcBef>
                <a:spcPts val="0"/>
              </a:spcBef>
              <a:spcAft>
                <a:spcPts val="0"/>
              </a:spcAft>
              <a:buClr>
                <a:schemeClr val="dk1"/>
              </a:buClr>
              <a:buSzPts val="1800"/>
              <a:buFont typeface="Arial"/>
              <a:buNone/>
              <a:defRPr b="1" i="0" sz="1800" u="none" cap="none" strike="noStrike">
                <a:solidFill>
                  <a:schemeClr val="dk1"/>
                </a:solidFill>
                <a:latin typeface="Open Sans ExtraBold"/>
                <a:ea typeface="Open Sans ExtraBold"/>
                <a:cs typeface="Open Sans ExtraBold"/>
                <a:sym typeface="Open Sans ExtraBold"/>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13" name="Google Shape;213;p32"/>
          <p:cNvSpPr txBox="1"/>
          <p:nvPr>
            <p:ph idx="7" type="body"/>
          </p:nvPr>
        </p:nvSpPr>
        <p:spPr>
          <a:xfrm>
            <a:off x="335179" y="2100008"/>
            <a:ext cx="2375686" cy="381388"/>
          </a:xfrm>
          <a:prstGeom prst="rect">
            <a:avLst/>
          </a:prstGeom>
          <a:noFill/>
          <a:ln>
            <a:noFill/>
          </a:ln>
        </p:spPr>
        <p:txBody>
          <a:bodyPr anchorCtr="0" anchor="ctr" bIns="34275" lIns="68575" spcFirstLastPara="1" rIns="68575" wrap="square" tIns="34275">
            <a:noAutofit/>
          </a:bodyPr>
          <a:lstStyle>
            <a:lvl1pPr indent="-228600" lvl="0" marL="457200" marR="0" rtl="0" algn="ctr">
              <a:lnSpc>
                <a:spcPct val="95000"/>
              </a:lnSpc>
              <a:spcBef>
                <a:spcPts val="0"/>
              </a:spcBef>
              <a:spcAft>
                <a:spcPts val="0"/>
              </a:spcAft>
              <a:buClr>
                <a:schemeClr val="dk1"/>
              </a:buClr>
              <a:buSzPts val="900"/>
              <a:buFont typeface="Arial"/>
              <a:buNone/>
              <a:defRPr b="0" i="0" sz="900" u="none" cap="none" strike="noStrike">
                <a:solidFill>
                  <a:schemeClr val="dk1"/>
                </a:solidFill>
                <a:latin typeface="Open Sans"/>
                <a:ea typeface="Open Sans"/>
                <a:cs typeface="Open Sans"/>
                <a:sym typeface="Open Sans"/>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14" name="Google Shape;214;p32"/>
          <p:cNvSpPr txBox="1"/>
          <p:nvPr>
            <p:ph idx="8" type="body"/>
          </p:nvPr>
        </p:nvSpPr>
        <p:spPr>
          <a:xfrm>
            <a:off x="6263302" y="2100008"/>
            <a:ext cx="2375686" cy="381388"/>
          </a:xfrm>
          <a:prstGeom prst="rect">
            <a:avLst/>
          </a:prstGeom>
          <a:noFill/>
          <a:ln>
            <a:noFill/>
          </a:ln>
        </p:spPr>
        <p:txBody>
          <a:bodyPr anchorCtr="0" anchor="ctr" bIns="34275" lIns="68575" spcFirstLastPara="1" rIns="68575" wrap="square" tIns="34275">
            <a:noAutofit/>
          </a:bodyPr>
          <a:lstStyle>
            <a:lvl1pPr indent="-228600" lvl="0" marL="457200" marR="0" rtl="0" algn="ctr">
              <a:lnSpc>
                <a:spcPct val="95000"/>
              </a:lnSpc>
              <a:spcBef>
                <a:spcPts val="0"/>
              </a:spcBef>
              <a:spcAft>
                <a:spcPts val="0"/>
              </a:spcAft>
              <a:buClr>
                <a:schemeClr val="dk1"/>
              </a:buClr>
              <a:buSzPts val="900"/>
              <a:buFont typeface="Arial"/>
              <a:buNone/>
              <a:defRPr b="0" i="0" sz="900" u="none" cap="none" strike="noStrike">
                <a:solidFill>
                  <a:schemeClr val="dk1"/>
                </a:solidFill>
                <a:latin typeface="Open Sans"/>
                <a:ea typeface="Open Sans"/>
                <a:cs typeface="Open Sans"/>
                <a:sym typeface="Open Sans"/>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15" name="Google Shape;215;p32"/>
          <p:cNvSpPr txBox="1"/>
          <p:nvPr>
            <p:ph idx="9" type="body"/>
          </p:nvPr>
        </p:nvSpPr>
        <p:spPr>
          <a:xfrm>
            <a:off x="3299240" y="2100008"/>
            <a:ext cx="2375686" cy="381388"/>
          </a:xfrm>
          <a:prstGeom prst="rect">
            <a:avLst/>
          </a:prstGeom>
          <a:noFill/>
          <a:ln>
            <a:noFill/>
          </a:ln>
        </p:spPr>
        <p:txBody>
          <a:bodyPr anchorCtr="0" anchor="ctr" bIns="34275" lIns="68575" spcFirstLastPara="1" rIns="68575" wrap="square" tIns="34275">
            <a:noAutofit/>
          </a:bodyPr>
          <a:lstStyle>
            <a:lvl1pPr indent="-228600" lvl="0" marL="457200" marR="0" rtl="0" algn="ctr">
              <a:lnSpc>
                <a:spcPct val="95000"/>
              </a:lnSpc>
              <a:spcBef>
                <a:spcPts val="0"/>
              </a:spcBef>
              <a:spcAft>
                <a:spcPts val="0"/>
              </a:spcAft>
              <a:buClr>
                <a:schemeClr val="dk1"/>
              </a:buClr>
              <a:buSzPts val="900"/>
              <a:buFont typeface="Arial"/>
              <a:buNone/>
              <a:defRPr b="0" i="0" sz="900" u="none" cap="none" strike="noStrike">
                <a:solidFill>
                  <a:schemeClr val="dk1"/>
                </a:solidFill>
                <a:latin typeface="Open Sans"/>
                <a:ea typeface="Open Sans"/>
                <a:cs typeface="Open Sans"/>
                <a:sym typeface="Open Sans"/>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pic>
        <p:nvPicPr>
          <p:cNvPr id="216" name="Google Shape;216;p32"/>
          <p:cNvPicPr preferRelativeResize="0"/>
          <p:nvPr/>
        </p:nvPicPr>
        <p:blipFill rotWithShape="1">
          <a:blip r:embed="rId2">
            <a:alphaModFix/>
          </a:blip>
          <a:srcRect b="0" l="0" r="76885" t="0"/>
          <a:stretch/>
        </p:blipFill>
        <p:spPr>
          <a:xfrm>
            <a:off x="8611316" y="4747501"/>
            <a:ext cx="251817" cy="248342"/>
          </a:xfrm>
          <a:prstGeom prst="rect">
            <a:avLst/>
          </a:prstGeom>
          <a:noFill/>
          <a:ln>
            <a:noFill/>
          </a:ln>
        </p:spPr>
      </p:pic>
      <p:sp>
        <p:nvSpPr>
          <p:cNvPr id="217" name="Google Shape;217;p32"/>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sp>
        <p:nvSpPr>
          <p:cNvPr id="218" name="Google Shape;218;p32"/>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lvl1pPr lvl="0" algn="l">
              <a:lnSpc>
                <a:spcPct val="90000"/>
              </a:lnSpc>
              <a:spcBef>
                <a:spcPts val="0"/>
              </a:spcBef>
              <a:spcAft>
                <a:spcPts val="0"/>
              </a:spcAft>
              <a:buClr>
                <a:schemeClr val="dk1"/>
              </a:buClr>
              <a:buSzPts val="2100"/>
              <a:buFont typeface="Open Sans"/>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9" name="Google Shape;219;p32"/>
          <p:cNvSpPr/>
          <p:nvPr/>
        </p:nvSpPr>
        <p:spPr>
          <a:xfrm>
            <a:off x="285821" y="1954317"/>
            <a:ext cx="2481343" cy="36439"/>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20" name="Google Shape;220;p32"/>
          <p:cNvSpPr/>
          <p:nvPr/>
        </p:nvSpPr>
        <p:spPr>
          <a:xfrm>
            <a:off x="3250652" y="1954317"/>
            <a:ext cx="2481343" cy="36439"/>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21" name="Google Shape;221;p32"/>
          <p:cNvSpPr/>
          <p:nvPr/>
        </p:nvSpPr>
        <p:spPr>
          <a:xfrm>
            <a:off x="6218827" y="1955140"/>
            <a:ext cx="2481343" cy="36439"/>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id="222" name="Google Shape;222;p32"/>
          <p:cNvPicPr preferRelativeResize="0"/>
          <p:nvPr/>
        </p:nvPicPr>
        <p:blipFill rotWithShape="1">
          <a:blip r:embed="rId3">
            <a:alphaModFix/>
          </a:blip>
          <a:srcRect b="0" l="8726" r="0" t="0"/>
          <a:stretch/>
        </p:blipFill>
        <p:spPr>
          <a:xfrm>
            <a:off x="0" y="282800"/>
            <a:ext cx="324275" cy="435525"/>
          </a:xfrm>
          <a:prstGeom prst="rect">
            <a:avLst/>
          </a:prstGeom>
          <a:noFill/>
          <a:ln>
            <a:noFill/>
          </a:ln>
        </p:spPr>
      </p:pic>
    </p:spTree>
  </p:cSld>
  <p:clrMapOvr>
    <a:masterClrMapping/>
  </p:clrMapOvr>
  <p:extLst>
    <p:ext uri="{DCECCB84-F9BA-43D5-87BE-67443E8EF086}">
      <p15:sldGuideLst>
        <p15:guide id="1" pos="180">
          <p15:clr>
            <a:srgbClr val="5ACBF0"/>
          </p15:clr>
        </p15:guide>
        <p15:guide id="2" pos="5580">
          <p15:clr>
            <a:srgbClr val="5ACBF0"/>
          </p15:clr>
        </p15:guide>
        <p15:guide id="3" orient="horz" pos="756">
          <p15:clr>
            <a:srgbClr val="5ACBF0"/>
          </p15:clr>
        </p15:guide>
        <p15:guide id="4" orient="horz" pos="2916">
          <p15:clr>
            <a:srgbClr val="5ACBF0"/>
          </p15:clr>
        </p15:guide>
        <p15:guide id="5" orient="horz" pos="3068">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illar Graphic">
  <p:cSld name="4 Pillar Graphic">
    <p:spTree>
      <p:nvGrpSpPr>
        <p:cNvPr id="223" name="Shape 223"/>
        <p:cNvGrpSpPr/>
        <p:nvPr/>
      </p:nvGrpSpPr>
      <p:grpSpPr>
        <a:xfrm>
          <a:off x="0" y="0"/>
          <a:ext cx="0" cy="0"/>
          <a:chOff x="0" y="0"/>
          <a:chExt cx="0" cy="0"/>
        </a:xfrm>
      </p:grpSpPr>
      <p:sp>
        <p:nvSpPr>
          <p:cNvPr id="224" name="Google Shape;224;p33"/>
          <p:cNvSpPr txBox="1"/>
          <p:nvPr>
            <p:ph idx="1" type="body"/>
          </p:nvPr>
        </p:nvSpPr>
        <p:spPr>
          <a:xfrm>
            <a:off x="4643231" y="1165815"/>
            <a:ext cx="1898605" cy="3429000"/>
          </a:xfrm>
          <a:prstGeom prst="rect">
            <a:avLst/>
          </a:prstGeom>
          <a:noFill/>
          <a:ln>
            <a:noFill/>
          </a:ln>
        </p:spPr>
        <p:txBody>
          <a:bodyPr anchorCtr="0" anchor="t" bIns="34275" lIns="68575" spcFirstLastPara="1" rIns="274325" wrap="square" tIns="1234425">
            <a:noAutofit/>
          </a:bodyPr>
          <a:lstStyle>
            <a:lvl1pPr indent="-298450" lvl="0" marL="457200" marR="0" rtl="0" algn="l">
              <a:lnSpc>
                <a:spcPct val="95000"/>
              </a:lnSpc>
              <a:spcBef>
                <a:spcPts val="800"/>
              </a:spcBef>
              <a:spcAft>
                <a:spcPts val="0"/>
              </a:spcAft>
              <a:buClr>
                <a:schemeClr val="dk2"/>
              </a:buClr>
              <a:buSzPts val="1100"/>
              <a:buFont typeface="Arial"/>
              <a:buChar char="•"/>
              <a:defRPr b="0" i="0" sz="1100" u="none" cap="none" strike="noStrike">
                <a:solidFill>
                  <a:schemeClr val="dk1"/>
                </a:solidFill>
                <a:latin typeface="Open Sans"/>
                <a:ea typeface="Open Sans"/>
                <a:cs typeface="Open Sans"/>
                <a:sym typeface="Open Sans"/>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25" name="Google Shape;225;p33"/>
          <p:cNvSpPr txBox="1"/>
          <p:nvPr>
            <p:ph idx="2" type="body"/>
          </p:nvPr>
        </p:nvSpPr>
        <p:spPr>
          <a:xfrm>
            <a:off x="2471316" y="1165815"/>
            <a:ext cx="1898605" cy="3429000"/>
          </a:xfrm>
          <a:prstGeom prst="rect">
            <a:avLst/>
          </a:prstGeom>
          <a:noFill/>
          <a:ln>
            <a:noFill/>
          </a:ln>
        </p:spPr>
        <p:txBody>
          <a:bodyPr anchorCtr="0" anchor="t" bIns="34275" lIns="68575" spcFirstLastPara="1" rIns="274325" wrap="square" tIns="1234425">
            <a:noAutofit/>
          </a:bodyPr>
          <a:lstStyle>
            <a:lvl1pPr indent="-298450" lvl="0" marL="457200" marR="0" rtl="0" algn="l">
              <a:lnSpc>
                <a:spcPct val="95000"/>
              </a:lnSpc>
              <a:spcBef>
                <a:spcPts val="800"/>
              </a:spcBef>
              <a:spcAft>
                <a:spcPts val="0"/>
              </a:spcAft>
              <a:buClr>
                <a:schemeClr val="dk2"/>
              </a:buClr>
              <a:buSzPts val="1100"/>
              <a:buFont typeface="Arial"/>
              <a:buChar char="•"/>
              <a:defRPr b="0" i="0" sz="1100" u="none" cap="none" strike="noStrike">
                <a:solidFill>
                  <a:schemeClr val="dk1"/>
                </a:solidFill>
                <a:latin typeface="Open Sans"/>
                <a:ea typeface="Open Sans"/>
                <a:cs typeface="Open Sans"/>
                <a:sym typeface="Open Sans"/>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26" name="Google Shape;226;p33"/>
          <p:cNvSpPr txBox="1"/>
          <p:nvPr>
            <p:ph idx="3" type="body"/>
          </p:nvPr>
        </p:nvSpPr>
        <p:spPr>
          <a:xfrm>
            <a:off x="299401" y="1165815"/>
            <a:ext cx="1898605" cy="3429000"/>
          </a:xfrm>
          <a:prstGeom prst="rect">
            <a:avLst/>
          </a:prstGeom>
          <a:noFill/>
          <a:ln>
            <a:noFill/>
          </a:ln>
        </p:spPr>
        <p:txBody>
          <a:bodyPr anchorCtr="0" anchor="t" bIns="34275" lIns="68575" spcFirstLastPara="1" rIns="274325" wrap="square" tIns="1234425">
            <a:noAutofit/>
          </a:bodyPr>
          <a:lstStyle>
            <a:lvl1pPr indent="-298450" lvl="0" marL="457200" marR="0" rtl="0" algn="l">
              <a:lnSpc>
                <a:spcPct val="95000"/>
              </a:lnSpc>
              <a:spcBef>
                <a:spcPts val="800"/>
              </a:spcBef>
              <a:spcAft>
                <a:spcPts val="0"/>
              </a:spcAft>
              <a:buClr>
                <a:schemeClr val="dk2"/>
              </a:buClr>
              <a:buSzPts val="1100"/>
              <a:buFont typeface="Arial"/>
              <a:buChar char="•"/>
              <a:defRPr b="0" i="0" sz="1100" u="none" cap="none" strike="noStrike">
                <a:solidFill>
                  <a:schemeClr val="dk1"/>
                </a:solidFill>
                <a:latin typeface="Open Sans"/>
                <a:ea typeface="Open Sans"/>
                <a:cs typeface="Open Sans"/>
                <a:sym typeface="Open Sans"/>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27" name="Google Shape;227;p33"/>
          <p:cNvSpPr txBox="1"/>
          <p:nvPr/>
        </p:nvSpPr>
        <p:spPr>
          <a:xfrm>
            <a:off x="236762" y="4805319"/>
            <a:ext cx="4286400" cy="129000"/>
          </a:xfrm>
          <a:prstGeom prst="rect">
            <a:avLst/>
          </a:prstGeom>
          <a:noFill/>
          <a:ln>
            <a:noFill/>
          </a:ln>
        </p:spPr>
        <p:txBody>
          <a:bodyPr anchorCtr="0" anchor="b" bIns="25700" lIns="51425" spcFirstLastPara="1" rIns="51425" wrap="square" tIns="25700">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chemeClr val="dk1"/>
                </a:solidFill>
                <a:latin typeface="Open Sans"/>
                <a:ea typeface="Open Sans"/>
                <a:cs typeface="Open Sans"/>
                <a:sym typeface="Open Sans"/>
              </a:rPr>
              <a:t>Confidential and Proprietary. Do not distribute without Couchbase consent. © Couchbase 202</a:t>
            </a:r>
            <a:r>
              <a:rPr lang="en" sz="500">
                <a:solidFill>
                  <a:schemeClr val="dk1"/>
                </a:solidFill>
                <a:latin typeface="Open Sans"/>
                <a:ea typeface="Open Sans"/>
                <a:cs typeface="Open Sans"/>
                <a:sym typeface="Open Sans"/>
              </a:rPr>
              <a:t>5</a:t>
            </a:r>
            <a:r>
              <a:rPr b="0" i="0" lang="en" sz="500" u="none" cap="none" strike="noStrike">
                <a:solidFill>
                  <a:schemeClr val="dk1"/>
                </a:solidFill>
                <a:latin typeface="Open Sans"/>
                <a:ea typeface="Open Sans"/>
                <a:cs typeface="Open Sans"/>
                <a:sym typeface="Open Sans"/>
              </a:rPr>
              <a:t>. All rights reserved. </a:t>
            </a:r>
            <a:endParaRPr b="0" i="0" sz="500" u="none" cap="none" strike="noStrike">
              <a:solidFill>
                <a:schemeClr val="dk1"/>
              </a:solidFill>
              <a:latin typeface="Open Sans"/>
              <a:ea typeface="Open Sans"/>
              <a:cs typeface="Open Sans"/>
              <a:sym typeface="Open Sans"/>
            </a:endParaRPr>
          </a:p>
        </p:txBody>
      </p:sp>
      <p:sp>
        <p:nvSpPr>
          <p:cNvPr id="228" name="Google Shape;228;p33"/>
          <p:cNvSpPr txBox="1"/>
          <p:nvPr>
            <p:ph idx="4" type="body"/>
          </p:nvPr>
        </p:nvSpPr>
        <p:spPr>
          <a:xfrm>
            <a:off x="299401" y="1165815"/>
            <a:ext cx="1898605" cy="1004207"/>
          </a:xfrm>
          <a:prstGeom prst="rect">
            <a:avLst/>
          </a:prstGeom>
          <a:noFill/>
          <a:ln>
            <a:noFill/>
          </a:ln>
        </p:spPr>
        <p:txBody>
          <a:bodyPr anchorCtr="0" anchor="b" bIns="102875" lIns="68575" spcFirstLastPara="1" rIns="68575" wrap="square" tIns="68575">
            <a:noAutofit/>
          </a:bodyPr>
          <a:lstStyle>
            <a:lvl1pPr indent="-228600" lvl="0" marL="457200" marR="0" rtl="0" algn="ctr">
              <a:lnSpc>
                <a:spcPct val="95000"/>
              </a:lnSpc>
              <a:spcBef>
                <a:spcPts val="0"/>
              </a:spcBef>
              <a:spcAft>
                <a:spcPts val="0"/>
              </a:spcAft>
              <a:buClr>
                <a:schemeClr val="dk1"/>
              </a:buClr>
              <a:buSzPts val="1500"/>
              <a:buFont typeface="Arial"/>
              <a:buNone/>
              <a:defRPr b="1" i="0" sz="1500" u="none" cap="none" strike="noStrike">
                <a:solidFill>
                  <a:schemeClr val="dk1"/>
                </a:solidFill>
                <a:latin typeface="Open Sans ExtraBold"/>
                <a:ea typeface="Open Sans ExtraBold"/>
                <a:cs typeface="Open Sans ExtraBold"/>
                <a:sym typeface="Open Sans ExtraBold"/>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29" name="Google Shape;229;p33"/>
          <p:cNvSpPr txBox="1"/>
          <p:nvPr>
            <p:ph idx="5" type="body"/>
          </p:nvPr>
        </p:nvSpPr>
        <p:spPr>
          <a:xfrm>
            <a:off x="4643231" y="1165815"/>
            <a:ext cx="1898605" cy="1004207"/>
          </a:xfrm>
          <a:prstGeom prst="rect">
            <a:avLst/>
          </a:prstGeom>
          <a:noFill/>
          <a:ln>
            <a:noFill/>
          </a:ln>
        </p:spPr>
        <p:txBody>
          <a:bodyPr anchorCtr="0" anchor="b" bIns="102875" lIns="68575" spcFirstLastPara="1" rIns="68575" wrap="square" tIns="68575">
            <a:noAutofit/>
          </a:bodyPr>
          <a:lstStyle>
            <a:lvl1pPr indent="-228600" lvl="0" marL="457200" marR="0" rtl="0" algn="ctr">
              <a:lnSpc>
                <a:spcPct val="95000"/>
              </a:lnSpc>
              <a:spcBef>
                <a:spcPts val="0"/>
              </a:spcBef>
              <a:spcAft>
                <a:spcPts val="0"/>
              </a:spcAft>
              <a:buClr>
                <a:schemeClr val="dk1"/>
              </a:buClr>
              <a:buSzPts val="1500"/>
              <a:buFont typeface="Arial"/>
              <a:buNone/>
              <a:defRPr b="1" i="0" sz="1500" u="none" cap="none" strike="noStrike">
                <a:solidFill>
                  <a:schemeClr val="dk1"/>
                </a:solidFill>
                <a:latin typeface="Open Sans ExtraBold"/>
                <a:ea typeface="Open Sans ExtraBold"/>
                <a:cs typeface="Open Sans ExtraBold"/>
                <a:sym typeface="Open Sans ExtraBold"/>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30" name="Google Shape;230;p33"/>
          <p:cNvSpPr txBox="1"/>
          <p:nvPr>
            <p:ph idx="6" type="body"/>
          </p:nvPr>
        </p:nvSpPr>
        <p:spPr>
          <a:xfrm>
            <a:off x="2471316" y="1165815"/>
            <a:ext cx="1898605" cy="1004207"/>
          </a:xfrm>
          <a:prstGeom prst="rect">
            <a:avLst/>
          </a:prstGeom>
          <a:noFill/>
          <a:ln>
            <a:noFill/>
          </a:ln>
        </p:spPr>
        <p:txBody>
          <a:bodyPr anchorCtr="0" anchor="b" bIns="102875" lIns="68575" spcFirstLastPara="1" rIns="68575" wrap="square" tIns="68575">
            <a:noAutofit/>
          </a:bodyPr>
          <a:lstStyle>
            <a:lvl1pPr indent="-228600" lvl="0" marL="457200" marR="0" rtl="0" algn="ctr">
              <a:lnSpc>
                <a:spcPct val="95000"/>
              </a:lnSpc>
              <a:spcBef>
                <a:spcPts val="0"/>
              </a:spcBef>
              <a:spcAft>
                <a:spcPts val="0"/>
              </a:spcAft>
              <a:buClr>
                <a:schemeClr val="dk1"/>
              </a:buClr>
              <a:buSzPts val="1500"/>
              <a:buFont typeface="Arial"/>
              <a:buNone/>
              <a:defRPr b="1" i="0" sz="1500" u="none" cap="none" strike="noStrike">
                <a:solidFill>
                  <a:schemeClr val="dk1"/>
                </a:solidFill>
                <a:latin typeface="Open Sans ExtraBold"/>
                <a:ea typeface="Open Sans ExtraBold"/>
                <a:cs typeface="Open Sans ExtraBold"/>
                <a:sym typeface="Open Sans ExtraBold"/>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31" name="Google Shape;231;p33"/>
          <p:cNvSpPr txBox="1"/>
          <p:nvPr>
            <p:ph idx="7" type="body"/>
          </p:nvPr>
        </p:nvSpPr>
        <p:spPr>
          <a:xfrm>
            <a:off x="336353" y="1284786"/>
            <a:ext cx="1817761" cy="381389"/>
          </a:xfrm>
          <a:prstGeom prst="rect">
            <a:avLst/>
          </a:prstGeom>
          <a:noFill/>
          <a:ln>
            <a:noFill/>
          </a:ln>
        </p:spPr>
        <p:txBody>
          <a:bodyPr anchorCtr="0" anchor="ctr" bIns="34275" lIns="68575" spcFirstLastPara="1" rIns="68575" wrap="square" tIns="34275">
            <a:noAutofit/>
          </a:bodyPr>
          <a:lstStyle>
            <a:lvl1pPr indent="-228600" lvl="0" marL="457200" marR="0" rtl="0" algn="ctr">
              <a:lnSpc>
                <a:spcPct val="95000"/>
              </a:lnSpc>
              <a:spcBef>
                <a:spcPts val="0"/>
              </a:spcBef>
              <a:spcAft>
                <a:spcPts val="0"/>
              </a:spcAft>
              <a:buClr>
                <a:schemeClr val="dk1"/>
              </a:buClr>
              <a:buSzPts val="1200"/>
              <a:buFont typeface="Arial"/>
              <a:buNone/>
              <a:defRPr b="0" i="0" sz="1200" u="none" cap="none" strike="noStrike">
                <a:solidFill>
                  <a:schemeClr val="dk1"/>
                </a:solidFill>
                <a:latin typeface="Open Sans"/>
                <a:ea typeface="Open Sans"/>
                <a:cs typeface="Open Sans"/>
                <a:sym typeface="Open Sans"/>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32" name="Google Shape;232;p33"/>
          <p:cNvSpPr txBox="1"/>
          <p:nvPr>
            <p:ph idx="8" type="body"/>
          </p:nvPr>
        </p:nvSpPr>
        <p:spPr>
          <a:xfrm>
            <a:off x="4680182" y="1284786"/>
            <a:ext cx="1817761" cy="381389"/>
          </a:xfrm>
          <a:prstGeom prst="rect">
            <a:avLst/>
          </a:prstGeom>
          <a:noFill/>
          <a:ln>
            <a:noFill/>
          </a:ln>
        </p:spPr>
        <p:txBody>
          <a:bodyPr anchorCtr="0" anchor="ctr" bIns="34275" lIns="68575" spcFirstLastPara="1" rIns="68575" wrap="square" tIns="34275">
            <a:noAutofit/>
          </a:bodyPr>
          <a:lstStyle>
            <a:lvl1pPr indent="-228600" lvl="0" marL="457200" marR="0" rtl="0" algn="ctr">
              <a:lnSpc>
                <a:spcPct val="95000"/>
              </a:lnSpc>
              <a:spcBef>
                <a:spcPts val="0"/>
              </a:spcBef>
              <a:spcAft>
                <a:spcPts val="0"/>
              </a:spcAft>
              <a:buClr>
                <a:schemeClr val="dk1"/>
              </a:buClr>
              <a:buSzPts val="1200"/>
              <a:buFont typeface="Arial"/>
              <a:buNone/>
              <a:defRPr b="0" i="0" sz="1200" u="none" cap="none" strike="noStrike">
                <a:solidFill>
                  <a:schemeClr val="dk1"/>
                </a:solidFill>
                <a:latin typeface="Open Sans"/>
                <a:ea typeface="Open Sans"/>
                <a:cs typeface="Open Sans"/>
                <a:sym typeface="Open Sans"/>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33" name="Google Shape;233;p33"/>
          <p:cNvSpPr txBox="1"/>
          <p:nvPr>
            <p:ph idx="9" type="body"/>
          </p:nvPr>
        </p:nvSpPr>
        <p:spPr>
          <a:xfrm>
            <a:off x="2508267" y="1284786"/>
            <a:ext cx="1817761" cy="381389"/>
          </a:xfrm>
          <a:prstGeom prst="rect">
            <a:avLst/>
          </a:prstGeom>
          <a:noFill/>
          <a:ln>
            <a:noFill/>
          </a:ln>
        </p:spPr>
        <p:txBody>
          <a:bodyPr anchorCtr="0" anchor="ctr" bIns="34275" lIns="68575" spcFirstLastPara="1" rIns="68575" wrap="square" tIns="34275">
            <a:noAutofit/>
          </a:bodyPr>
          <a:lstStyle>
            <a:lvl1pPr indent="-228600" lvl="0" marL="457200" marR="0" rtl="0" algn="ctr">
              <a:lnSpc>
                <a:spcPct val="95000"/>
              </a:lnSpc>
              <a:spcBef>
                <a:spcPts val="0"/>
              </a:spcBef>
              <a:spcAft>
                <a:spcPts val="0"/>
              </a:spcAft>
              <a:buClr>
                <a:schemeClr val="dk1"/>
              </a:buClr>
              <a:buSzPts val="1200"/>
              <a:buFont typeface="Arial"/>
              <a:buNone/>
              <a:defRPr b="0" i="0" sz="1200" u="none" cap="none" strike="noStrike">
                <a:solidFill>
                  <a:schemeClr val="dk1"/>
                </a:solidFill>
                <a:latin typeface="Open Sans"/>
                <a:ea typeface="Open Sans"/>
                <a:cs typeface="Open Sans"/>
                <a:sym typeface="Open Sans"/>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34" name="Google Shape;234;p33"/>
          <p:cNvSpPr txBox="1"/>
          <p:nvPr>
            <p:ph idx="13" type="body"/>
          </p:nvPr>
        </p:nvSpPr>
        <p:spPr>
          <a:xfrm>
            <a:off x="6815146" y="1165815"/>
            <a:ext cx="1898605" cy="3429000"/>
          </a:xfrm>
          <a:prstGeom prst="rect">
            <a:avLst/>
          </a:prstGeom>
          <a:noFill/>
          <a:ln>
            <a:noFill/>
          </a:ln>
        </p:spPr>
        <p:txBody>
          <a:bodyPr anchorCtr="0" anchor="t" bIns="34275" lIns="68575" spcFirstLastPara="1" rIns="274325" wrap="square" tIns="1234425">
            <a:noAutofit/>
          </a:bodyPr>
          <a:lstStyle>
            <a:lvl1pPr indent="-298450" lvl="0" marL="457200" marR="0" rtl="0" algn="l">
              <a:lnSpc>
                <a:spcPct val="95000"/>
              </a:lnSpc>
              <a:spcBef>
                <a:spcPts val="800"/>
              </a:spcBef>
              <a:spcAft>
                <a:spcPts val="0"/>
              </a:spcAft>
              <a:buClr>
                <a:schemeClr val="dk2"/>
              </a:buClr>
              <a:buSzPts val="1100"/>
              <a:buFont typeface="Arial"/>
              <a:buChar char="•"/>
              <a:defRPr b="0" i="0" sz="1100" u="none" cap="none" strike="noStrike">
                <a:solidFill>
                  <a:schemeClr val="dk1"/>
                </a:solidFill>
                <a:latin typeface="Open Sans"/>
                <a:ea typeface="Open Sans"/>
                <a:cs typeface="Open Sans"/>
                <a:sym typeface="Open Sans"/>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35" name="Google Shape;235;p33"/>
          <p:cNvSpPr txBox="1"/>
          <p:nvPr>
            <p:ph idx="14" type="body"/>
          </p:nvPr>
        </p:nvSpPr>
        <p:spPr>
          <a:xfrm>
            <a:off x="6815146" y="1165815"/>
            <a:ext cx="1898605" cy="1004207"/>
          </a:xfrm>
          <a:prstGeom prst="rect">
            <a:avLst/>
          </a:prstGeom>
          <a:noFill/>
          <a:ln>
            <a:noFill/>
          </a:ln>
        </p:spPr>
        <p:txBody>
          <a:bodyPr anchorCtr="0" anchor="b" bIns="102875" lIns="68575" spcFirstLastPara="1" rIns="68575" wrap="square" tIns="68575">
            <a:noAutofit/>
          </a:bodyPr>
          <a:lstStyle>
            <a:lvl1pPr indent="-228600" lvl="0" marL="457200" marR="0" rtl="0" algn="ctr">
              <a:lnSpc>
                <a:spcPct val="95000"/>
              </a:lnSpc>
              <a:spcBef>
                <a:spcPts val="0"/>
              </a:spcBef>
              <a:spcAft>
                <a:spcPts val="0"/>
              </a:spcAft>
              <a:buClr>
                <a:schemeClr val="dk1"/>
              </a:buClr>
              <a:buSzPts val="1500"/>
              <a:buFont typeface="Arial"/>
              <a:buNone/>
              <a:defRPr b="1" i="0" sz="1500" u="none" cap="none" strike="noStrike">
                <a:solidFill>
                  <a:schemeClr val="dk1"/>
                </a:solidFill>
                <a:latin typeface="Open Sans ExtraBold"/>
                <a:ea typeface="Open Sans ExtraBold"/>
                <a:cs typeface="Open Sans ExtraBold"/>
                <a:sym typeface="Open Sans ExtraBold"/>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36" name="Google Shape;236;p33"/>
          <p:cNvSpPr txBox="1"/>
          <p:nvPr>
            <p:ph idx="15" type="body"/>
          </p:nvPr>
        </p:nvSpPr>
        <p:spPr>
          <a:xfrm>
            <a:off x="6852097" y="1284786"/>
            <a:ext cx="1817761" cy="381389"/>
          </a:xfrm>
          <a:prstGeom prst="rect">
            <a:avLst/>
          </a:prstGeom>
          <a:noFill/>
          <a:ln>
            <a:noFill/>
          </a:ln>
        </p:spPr>
        <p:txBody>
          <a:bodyPr anchorCtr="0" anchor="ctr" bIns="34275" lIns="68575" spcFirstLastPara="1" rIns="68575" wrap="square" tIns="34275">
            <a:noAutofit/>
          </a:bodyPr>
          <a:lstStyle>
            <a:lvl1pPr indent="-228600" lvl="0" marL="457200" marR="0" rtl="0" algn="ctr">
              <a:lnSpc>
                <a:spcPct val="95000"/>
              </a:lnSpc>
              <a:spcBef>
                <a:spcPts val="0"/>
              </a:spcBef>
              <a:spcAft>
                <a:spcPts val="0"/>
              </a:spcAft>
              <a:buClr>
                <a:schemeClr val="dk1"/>
              </a:buClr>
              <a:buSzPts val="1200"/>
              <a:buFont typeface="Arial"/>
              <a:buNone/>
              <a:defRPr b="0" i="0" sz="1200" u="none" cap="none" strike="noStrike">
                <a:solidFill>
                  <a:schemeClr val="dk1"/>
                </a:solidFill>
                <a:latin typeface="Open Sans"/>
                <a:ea typeface="Open Sans"/>
                <a:cs typeface="Open Sans"/>
                <a:sym typeface="Open Sans"/>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pic>
        <p:nvPicPr>
          <p:cNvPr id="237" name="Google Shape;237;p33"/>
          <p:cNvPicPr preferRelativeResize="0"/>
          <p:nvPr/>
        </p:nvPicPr>
        <p:blipFill rotWithShape="1">
          <a:blip r:embed="rId2">
            <a:alphaModFix/>
          </a:blip>
          <a:srcRect b="0" l="0" r="76885" t="0"/>
          <a:stretch/>
        </p:blipFill>
        <p:spPr>
          <a:xfrm>
            <a:off x="8611316" y="4747501"/>
            <a:ext cx="251817" cy="248342"/>
          </a:xfrm>
          <a:prstGeom prst="rect">
            <a:avLst/>
          </a:prstGeom>
          <a:noFill/>
          <a:ln>
            <a:noFill/>
          </a:ln>
        </p:spPr>
      </p:pic>
      <p:sp>
        <p:nvSpPr>
          <p:cNvPr id="238" name="Google Shape;238;p33"/>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sp>
        <p:nvSpPr>
          <p:cNvPr id="239" name="Google Shape;239;p33"/>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lvl1pPr lvl="0" algn="l">
              <a:lnSpc>
                <a:spcPct val="90000"/>
              </a:lnSpc>
              <a:spcBef>
                <a:spcPts val="0"/>
              </a:spcBef>
              <a:spcAft>
                <a:spcPts val="0"/>
              </a:spcAft>
              <a:buClr>
                <a:schemeClr val="dk1"/>
              </a:buClr>
              <a:buSzPts val="2100"/>
              <a:buFont typeface="Open Sans"/>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40" name="Google Shape;240;p33"/>
          <p:cNvSpPr/>
          <p:nvPr/>
        </p:nvSpPr>
        <p:spPr>
          <a:xfrm rot="5400000">
            <a:off x="707345" y="2949280"/>
            <a:ext cx="3256781" cy="34289"/>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41" name="Google Shape;241;p33"/>
          <p:cNvSpPr/>
          <p:nvPr/>
        </p:nvSpPr>
        <p:spPr>
          <a:xfrm rot="5400000">
            <a:off x="2873386" y="2949280"/>
            <a:ext cx="3256781" cy="34289"/>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42" name="Google Shape;242;p33"/>
          <p:cNvSpPr/>
          <p:nvPr/>
        </p:nvSpPr>
        <p:spPr>
          <a:xfrm rot="5400000">
            <a:off x="5053008" y="2949280"/>
            <a:ext cx="3256781" cy="34289"/>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id="243" name="Google Shape;243;p33"/>
          <p:cNvPicPr preferRelativeResize="0"/>
          <p:nvPr/>
        </p:nvPicPr>
        <p:blipFill rotWithShape="1">
          <a:blip r:embed="rId3">
            <a:alphaModFix/>
          </a:blip>
          <a:srcRect b="0" l="8726" r="0" t="0"/>
          <a:stretch/>
        </p:blipFill>
        <p:spPr>
          <a:xfrm>
            <a:off x="0" y="282800"/>
            <a:ext cx="324275" cy="435525"/>
          </a:xfrm>
          <a:prstGeom prst="rect">
            <a:avLst/>
          </a:prstGeom>
          <a:noFill/>
          <a:ln>
            <a:noFill/>
          </a:ln>
        </p:spPr>
      </p:pic>
    </p:spTree>
  </p:cSld>
  <p:clrMapOvr>
    <a:masterClrMapping/>
  </p:clrMapOvr>
  <p:extLst>
    <p:ext uri="{DCECCB84-F9BA-43D5-87BE-67443E8EF086}">
      <p15:sldGuideLst>
        <p15:guide id="1" pos="180">
          <p15:clr>
            <a:srgbClr val="5ACBF0"/>
          </p15:clr>
        </p15:guide>
        <p15:guide id="2" pos="5580">
          <p15:clr>
            <a:srgbClr val="5ACBF0"/>
          </p15:clr>
        </p15:guide>
        <p15:guide id="3" orient="horz" pos="756">
          <p15:clr>
            <a:srgbClr val="5ACBF0"/>
          </p15:clr>
        </p15:guide>
        <p15:guide id="4" orient="horz" pos="2916">
          <p15:clr>
            <a:srgbClr val="5ACBF0"/>
          </p15:clr>
        </p15:guide>
        <p15:guide id="5" orient="horz" pos="3068">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Box Graphic">
  <p:cSld name="4 Box Graphic">
    <p:spTree>
      <p:nvGrpSpPr>
        <p:cNvPr id="244" name="Shape 244"/>
        <p:cNvGrpSpPr/>
        <p:nvPr/>
      </p:nvGrpSpPr>
      <p:grpSpPr>
        <a:xfrm>
          <a:off x="0" y="0"/>
          <a:ext cx="0" cy="0"/>
          <a:chOff x="0" y="0"/>
          <a:chExt cx="0" cy="0"/>
        </a:xfrm>
      </p:grpSpPr>
      <p:sp>
        <p:nvSpPr>
          <p:cNvPr id="245" name="Google Shape;245;p34"/>
          <p:cNvSpPr txBox="1"/>
          <p:nvPr>
            <p:ph idx="1" type="body"/>
          </p:nvPr>
        </p:nvSpPr>
        <p:spPr>
          <a:xfrm>
            <a:off x="448784" y="2874979"/>
            <a:ext cx="4061727" cy="1665514"/>
          </a:xfrm>
          <a:prstGeom prst="rect">
            <a:avLst/>
          </a:prstGeom>
          <a:noFill/>
          <a:ln>
            <a:noFill/>
          </a:ln>
        </p:spPr>
        <p:txBody>
          <a:bodyPr anchorCtr="0" anchor="t" bIns="34275" lIns="68575" spcFirstLastPara="1" rIns="68575" wrap="square" tIns="480050">
            <a:noAutofit/>
          </a:bodyPr>
          <a:lstStyle>
            <a:lvl1pPr indent="-298450" lvl="0" marL="457200" marR="0" rtl="0" algn="l">
              <a:lnSpc>
                <a:spcPct val="95000"/>
              </a:lnSpc>
              <a:spcBef>
                <a:spcPts val="800"/>
              </a:spcBef>
              <a:spcAft>
                <a:spcPts val="0"/>
              </a:spcAft>
              <a:buClr>
                <a:schemeClr val="dk1"/>
              </a:buClr>
              <a:buSzPts val="1100"/>
              <a:buFont typeface="Arial"/>
              <a:buChar char="•"/>
              <a:defRPr b="0" i="0" sz="1100" u="none" cap="none" strike="noStrike">
                <a:solidFill>
                  <a:schemeClr val="dk1"/>
                </a:solidFill>
                <a:latin typeface="Open Sans"/>
                <a:ea typeface="Open Sans"/>
                <a:cs typeface="Open Sans"/>
                <a:sym typeface="Open Sans"/>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46" name="Google Shape;246;p34"/>
          <p:cNvSpPr txBox="1"/>
          <p:nvPr>
            <p:ph idx="2" type="body"/>
          </p:nvPr>
        </p:nvSpPr>
        <p:spPr>
          <a:xfrm>
            <a:off x="4797833" y="1111494"/>
            <a:ext cx="4061727" cy="1665514"/>
          </a:xfrm>
          <a:prstGeom prst="rect">
            <a:avLst/>
          </a:prstGeom>
          <a:noFill/>
          <a:ln>
            <a:noFill/>
          </a:ln>
        </p:spPr>
        <p:txBody>
          <a:bodyPr anchorCtr="0" anchor="t" bIns="34275" lIns="68575" spcFirstLastPara="1" rIns="68575" wrap="square" tIns="480050">
            <a:noAutofit/>
          </a:bodyPr>
          <a:lstStyle>
            <a:lvl1pPr indent="-298450" lvl="0" marL="457200" marR="0" rtl="0" algn="l">
              <a:lnSpc>
                <a:spcPct val="95000"/>
              </a:lnSpc>
              <a:spcBef>
                <a:spcPts val="800"/>
              </a:spcBef>
              <a:spcAft>
                <a:spcPts val="0"/>
              </a:spcAft>
              <a:buClr>
                <a:schemeClr val="dk1"/>
              </a:buClr>
              <a:buSzPts val="1100"/>
              <a:buFont typeface="Arial"/>
              <a:buChar char="•"/>
              <a:defRPr b="0" i="0" sz="1100" u="none" cap="none" strike="noStrike">
                <a:solidFill>
                  <a:schemeClr val="dk1"/>
                </a:solidFill>
                <a:latin typeface="Open Sans"/>
                <a:ea typeface="Open Sans"/>
                <a:cs typeface="Open Sans"/>
                <a:sym typeface="Open Sans"/>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47" name="Google Shape;247;p34"/>
          <p:cNvSpPr txBox="1"/>
          <p:nvPr>
            <p:ph idx="3" type="body"/>
          </p:nvPr>
        </p:nvSpPr>
        <p:spPr>
          <a:xfrm>
            <a:off x="448784" y="1111494"/>
            <a:ext cx="4061727" cy="1665514"/>
          </a:xfrm>
          <a:prstGeom prst="rect">
            <a:avLst/>
          </a:prstGeom>
          <a:noFill/>
          <a:ln>
            <a:noFill/>
          </a:ln>
        </p:spPr>
        <p:txBody>
          <a:bodyPr anchorCtr="0" anchor="t" bIns="34275" lIns="68575" spcFirstLastPara="1" rIns="68575" wrap="square" tIns="480050">
            <a:noAutofit/>
          </a:bodyPr>
          <a:lstStyle>
            <a:lvl1pPr indent="-298450" lvl="0" marL="457200" marR="0" rtl="0" algn="l">
              <a:lnSpc>
                <a:spcPct val="95000"/>
              </a:lnSpc>
              <a:spcBef>
                <a:spcPts val="800"/>
              </a:spcBef>
              <a:spcAft>
                <a:spcPts val="0"/>
              </a:spcAft>
              <a:buClr>
                <a:schemeClr val="dk1"/>
              </a:buClr>
              <a:buSzPts val="1100"/>
              <a:buFont typeface="Arial"/>
              <a:buChar char="•"/>
              <a:defRPr b="0" i="0" sz="1100" u="none" cap="none" strike="noStrike">
                <a:solidFill>
                  <a:schemeClr val="dk1"/>
                </a:solidFill>
                <a:latin typeface="Open Sans"/>
                <a:ea typeface="Open Sans"/>
                <a:cs typeface="Open Sans"/>
                <a:sym typeface="Open Sans"/>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48" name="Google Shape;248;p34"/>
          <p:cNvSpPr txBox="1"/>
          <p:nvPr>
            <p:ph idx="4" type="body"/>
          </p:nvPr>
        </p:nvSpPr>
        <p:spPr>
          <a:xfrm>
            <a:off x="448784" y="1111495"/>
            <a:ext cx="4061727" cy="321905"/>
          </a:xfrm>
          <a:prstGeom prst="rect">
            <a:avLst/>
          </a:prstGeom>
          <a:noFill/>
          <a:ln>
            <a:noFill/>
          </a:ln>
        </p:spPr>
        <p:txBody>
          <a:bodyPr anchorCtr="0" anchor="ctr" bIns="68575" lIns="68575" spcFirstLastPara="1" rIns="68575" wrap="square" tIns="68575">
            <a:noAutofit/>
          </a:bodyPr>
          <a:lstStyle>
            <a:lvl1pPr indent="-228600" lvl="0" marL="457200" marR="0" rtl="0" algn="ctr">
              <a:lnSpc>
                <a:spcPct val="95000"/>
              </a:lnSpc>
              <a:spcBef>
                <a:spcPts val="0"/>
              </a:spcBef>
              <a:spcAft>
                <a:spcPts val="0"/>
              </a:spcAft>
              <a:buClr>
                <a:schemeClr val="dk1"/>
              </a:buClr>
              <a:buSzPts val="1500"/>
              <a:buFont typeface="Arial"/>
              <a:buNone/>
              <a:defRPr b="1" i="0" sz="1500" u="none" cap="none" strike="noStrike">
                <a:solidFill>
                  <a:schemeClr val="dk1"/>
                </a:solidFill>
                <a:latin typeface="Open Sans ExtraBold"/>
                <a:ea typeface="Open Sans ExtraBold"/>
                <a:cs typeface="Open Sans ExtraBold"/>
                <a:sym typeface="Open Sans ExtraBold"/>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49" name="Google Shape;249;p34"/>
          <p:cNvSpPr txBox="1"/>
          <p:nvPr>
            <p:ph idx="5" type="body"/>
          </p:nvPr>
        </p:nvSpPr>
        <p:spPr>
          <a:xfrm>
            <a:off x="448784" y="2874980"/>
            <a:ext cx="4061727" cy="321905"/>
          </a:xfrm>
          <a:prstGeom prst="rect">
            <a:avLst/>
          </a:prstGeom>
          <a:noFill/>
          <a:ln>
            <a:noFill/>
          </a:ln>
        </p:spPr>
        <p:txBody>
          <a:bodyPr anchorCtr="0" anchor="ctr" bIns="68575" lIns="68575" spcFirstLastPara="1" rIns="68575" wrap="square" tIns="68575">
            <a:noAutofit/>
          </a:bodyPr>
          <a:lstStyle>
            <a:lvl1pPr indent="-228600" lvl="0" marL="457200" marR="0" rtl="0" algn="ctr">
              <a:lnSpc>
                <a:spcPct val="95000"/>
              </a:lnSpc>
              <a:spcBef>
                <a:spcPts val="0"/>
              </a:spcBef>
              <a:spcAft>
                <a:spcPts val="0"/>
              </a:spcAft>
              <a:buClr>
                <a:schemeClr val="dk1"/>
              </a:buClr>
              <a:buSzPts val="1500"/>
              <a:buFont typeface="Arial"/>
              <a:buNone/>
              <a:defRPr b="1" i="0" sz="1500" u="none" cap="none" strike="noStrike">
                <a:solidFill>
                  <a:schemeClr val="dk1"/>
                </a:solidFill>
                <a:latin typeface="Open Sans ExtraBold"/>
                <a:ea typeface="Open Sans ExtraBold"/>
                <a:cs typeface="Open Sans ExtraBold"/>
                <a:sym typeface="Open Sans ExtraBold"/>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50" name="Google Shape;250;p34"/>
          <p:cNvSpPr txBox="1"/>
          <p:nvPr>
            <p:ph idx="6" type="body"/>
          </p:nvPr>
        </p:nvSpPr>
        <p:spPr>
          <a:xfrm>
            <a:off x="4797833" y="1111495"/>
            <a:ext cx="4061727" cy="321905"/>
          </a:xfrm>
          <a:prstGeom prst="rect">
            <a:avLst/>
          </a:prstGeom>
          <a:noFill/>
          <a:ln>
            <a:noFill/>
          </a:ln>
        </p:spPr>
        <p:txBody>
          <a:bodyPr anchorCtr="0" anchor="ctr" bIns="68575" lIns="68575" spcFirstLastPara="1" rIns="68575" wrap="square" tIns="68575">
            <a:noAutofit/>
          </a:bodyPr>
          <a:lstStyle>
            <a:lvl1pPr indent="-228600" lvl="0" marL="457200" marR="0" rtl="0" algn="ctr">
              <a:lnSpc>
                <a:spcPct val="95000"/>
              </a:lnSpc>
              <a:spcBef>
                <a:spcPts val="0"/>
              </a:spcBef>
              <a:spcAft>
                <a:spcPts val="0"/>
              </a:spcAft>
              <a:buClr>
                <a:schemeClr val="dk1"/>
              </a:buClr>
              <a:buSzPts val="1500"/>
              <a:buFont typeface="Arial"/>
              <a:buNone/>
              <a:defRPr b="1" i="0" sz="1500" u="none" cap="none" strike="noStrike">
                <a:solidFill>
                  <a:schemeClr val="dk1"/>
                </a:solidFill>
                <a:latin typeface="Open Sans ExtraBold"/>
                <a:ea typeface="Open Sans ExtraBold"/>
                <a:cs typeface="Open Sans ExtraBold"/>
                <a:sym typeface="Open Sans ExtraBold"/>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51" name="Google Shape;251;p34"/>
          <p:cNvSpPr txBox="1"/>
          <p:nvPr>
            <p:ph idx="7" type="body"/>
          </p:nvPr>
        </p:nvSpPr>
        <p:spPr>
          <a:xfrm>
            <a:off x="4797833" y="2874979"/>
            <a:ext cx="4061727" cy="1665514"/>
          </a:xfrm>
          <a:prstGeom prst="rect">
            <a:avLst/>
          </a:prstGeom>
          <a:noFill/>
          <a:ln>
            <a:noFill/>
          </a:ln>
        </p:spPr>
        <p:txBody>
          <a:bodyPr anchorCtr="0" anchor="t" bIns="34275" lIns="68575" spcFirstLastPara="1" rIns="68575" wrap="square" tIns="480050">
            <a:noAutofit/>
          </a:bodyPr>
          <a:lstStyle>
            <a:lvl1pPr indent="-298450" lvl="0" marL="457200" marR="0" rtl="0" algn="l">
              <a:lnSpc>
                <a:spcPct val="95000"/>
              </a:lnSpc>
              <a:spcBef>
                <a:spcPts val="800"/>
              </a:spcBef>
              <a:spcAft>
                <a:spcPts val="0"/>
              </a:spcAft>
              <a:buClr>
                <a:schemeClr val="dk1"/>
              </a:buClr>
              <a:buSzPts val="1100"/>
              <a:buFont typeface="Arial"/>
              <a:buChar char="•"/>
              <a:defRPr b="0" i="0" sz="1100" u="none" cap="none" strike="noStrike">
                <a:solidFill>
                  <a:schemeClr val="dk1"/>
                </a:solidFill>
                <a:latin typeface="Open Sans"/>
                <a:ea typeface="Open Sans"/>
                <a:cs typeface="Open Sans"/>
                <a:sym typeface="Open Sans"/>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52" name="Google Shape;252;p34"/>
          <p:cNvSpPr txBox="1"/>
          <p:nvPr>
            <p:ph idx="8" type="body"/>
          </p:nvPr>
        </p:nvSpPr>
        <p:spPr>
          <a:xfrm>
            <a:off x="4797833" y="2874980"/>
            <a:ext cx="4061727" cy="321905"/>
          </a:xfrm>
          <a:prstGeom prst="rect">
            <a:avLst/>
          </a:prstGeom>
          <a:noFill/>
          <a:ln>
            <a:noFill/>
          </a:ln>
        </p:spPr>
        <p:txBody>
          <a:bodyPr anchorCtr="0" anchor="ctr" bIns="68575" lIns="68575" spcFirstLastPara="1" rIns="68575" wrap="square" tIns="68575">
            <a:noAutofit/>
          </a:bodyPr>
          <a:lstStyle>
            <a:lvl1pPr indent="-228600" lvl="0" marL="457200" marR="0" rtl="0" algn="ctr">
              <a:lnSpc>
                <a:spcPct val="95000"/>
              </a:lnSpc>
              <a:spcBef>
                <a:spcPts val="0"/>
              </a:spcBef>
              <a:spcAft>
                <a:spcPts val="0"/>
              </a:spcAft>
              <a:buClr>
                <a:schemeClr val="dk1"/>
              </a:buClr>
              <a:buSzPts val="1500"/>
              <a:buFont typeface="Arial"/>
              <a:buNone/>
              <a:defRPr b="1" i="0" sz="1500" u="none" cap="none" strike="noStrike">
                <a:solidFill>
                  <a:schemeClr val="dk1"/>
                </a:solidFill>
                <a:latin typeface="Open Sans ExtraBold"/>
                <a:ea typeface="Open Sans ExtraBold"/>
                <a:cs typeface="Open Sans ExtraBold"/>
                <a:sym typeface="Open Sans ExtraBold"/>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53" name="Google Shape;253;p34"/>
          <p:cNvSpPr txBox="1"/>
          <p:nvPr/>
        </p:nvSpPr>
        <p:spPr>
          <a:xfrm>
            <a:off x="236762" y="4805319"/>
            <a:ext cx="4286400" cy="129000"/>
          </a:xfrm>
          <a:prstGeom prst="rect">
            <a:avLst/>
          </a:prstGeom>
          <a:noFill/>
          <a:ln>
            <a:noFill/>
          </a:ln>
        </p:spPr>
        <p:txBody>
          <a:bodyPr anchorCtr="0" anchor="b" bIns="25700" lIns="51425" spcFirstLastPara="1" rIns="51425" wrap="square" tIns="25700">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chemeClr val="dk1"/>
                </a:solidFill>
                <a:latin typeface="Open Sans"/>
                <a:ea typeface="Open Sans"/>
                <a:cs typeface="Open Sans"/>
                <a:sym typeface="Open Sans"/>
              </a:rPr>
              <a:t>Confidential and Proprietary. Do not distribute without Couchbase consent. © Couchbase 202</a:t>
            </a:r>
            <a:r>
              <a:rPr lang="en" sz="500">
                <a:solidFill>
                  <a:schemeClr val="dk1"/>
                </a:solidFill>
                <a:latin typeface="Open Sans"/>
                <a:ea typeface="Open Sans"/>
                <a:cs typeface="Open Sans"/>
                <a:sym typeface="Open Sans"/>
              </a:rPr>
              <a:t>5</a:t>
            </a:r>
            <a:r>
              <a:rPr b="0" i="0" lang="en" sz="500" u="none" cap="none" strike="noStrike">
                <a:solidFill>
                  <a:schemeClr val="dk1"/>
                </a:solidFill>
                <a:latin typeface="Open Sans"/>
                <a:ea typeface="Open Sans"/>
                <a:cs typeface="Open Sans"/>
                <a:sym typeface="Open Sans"/>
              </a:rPr>
              <a:t>. All rights reserved. </a:t>
            </a:r>
            <a:endParaRPr b="0" i="0" sz="500" u="none" cap="none" strike="noStrike">
              <a:solidFill>
                <a:schemeClr val="dk1"/>
              </a:solidFill>
              <a:latin typeface="Open Sans"/>
              <a:ea typeface="Open Sans"/>
              <a:cs typeface="Open Sans"/>
              <a:sym typeface="Open Sans"/>
            </a:endParaRPr>
          </a:p>
        </p:txBody>
      </p:sp>
      <p:pic>
        <p:nvPicPr>
          <p:cNvPr id="254" name="Google Shape;254;p34"/>
          <p:cNvPicPr preferRelativeResize="0"/>
          <p:nvPr/>
        </p:nvPicPr>
        <p:blipFill rotWithShape="1">
          <a:blip r:embed="rId2">
            <a:alphaModFix/>
          </a:blip>
          <a:srcRect b="0" l="0" r="76885" t="0"/>
          <a:stretch/>
        </p:blipFill>
        <p:spPr>
          <a:xfrm>
            <a:off x="8611316" y="4747501"/>
            <a:ext cx="251817" cy="248342"/>
          </a:xfrm>
          <a:prstGeom prst="rect">
            <a:avLst/>
          </a:prstGeom>
          <a:noFill/>
          <a:ln>
            <a:noFill/>
          </a:ln>
        </p:spPr>
      </p:pic>
      <p:sp>
        <p:nvSpPr>
          <p:cNvPr id="255" name="Google Shape;255;p34"/>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sp>
        <p:nvSpPr>
          <p:cNvPr id="256" name="Google Shape;256;p34"/>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lvl1pPr lvl="0" algn="l">
              <a:lnSpc>
                <a:spcPct val="90000"/>
              </a:lnSpc>
              <a:spcBef>
                <a:spcPts val="0"/>
              </a:spcBef>
              <a:spcAft>
                <a:spcPts val="0"/>
              </a:spcAft>
              <a:buClr>
                <a:schemeClr val="dk1"/>
              </a:buClr>
              <a:buSzPts val="2100"/>
              <a:buFont typeface="Open Sans"/>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57" name="Google Shape;257;p34"/>
          <p:cNvSpPr/>
          <p:nvPr/>
        </p:nvSpPr>
        <p:spPr>
          <a:xfrm>
            <a:off x="448784" y="1415180"/>
            <a:ext cx="4061727" cy="34289"/>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58" name="Google Shape;258;p34"/>
          <p:cNvSpPr/>
          <p:nvPr/>
        </p:nvSpPr>
        <p:spPr>
          <a:xfrm>
            <a:off x="448784" y="3200977"/>
            <a:ext cx="4061727" cy="34289"/>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59" name="Google Shape;259;p34"/>
          <p:cNvSpPr/>
          <p:nvPr/>
        </p:nvSpPr>
        <p:spPr>
          <a:xfrm>
            <a:off x="4794448" y="3200977"/>
            <a:ext cx="4061727" cy="34289"/>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60" name="Google Shape;260;p34"/>
          <p:cNvSpPr/>
          <p:nvPr/>
        </p:nvSpPr>
        <p:spPr>
          <a:xfrm>
            <a:off x="4794448" y="1421971"/>
            <a:ext cx="4061727" cy="34289"/>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pic>
        <p:nvPicPr>
          <p:cNvPr id="261" name="Google Shape;261;p34"/>
          <p:cNvPicPr preferRelativeResize="0"/>
          <p:nvPr/>
        </p:nvPicPr>
        <p:blipFill rotWithShape="1">
          <a:blip r:embed="rId3">
            <a:alphaModFix/>
          </a:blip>
          <a:srcRect b="0" l="8726" r="0" t="0"/>
          <a:stretch/>
        </p:blipFill>
        <p:spPr>
          <a:xfrm>
            <a:off x="0" y="282800"/>
            <a:ext cx="324275" cy="435525"/>
          </a:xfrm>
          <a:prstGeom prst="rect">
            <a:avLst/>
          </a:prstGeom>
          <a:noFill/>
          <a:ln>
            <a:noFill/>
          </a:ln>
        </p:spPr>
      </p:pic>
    </p:spTree>
  </p:cSld>
  <p:clrMapOvr>
    <a:masterClrMapping/>
  </p:clrMapOvr>
  <p:extLst>
    <p:ext uri="{DCECCB84-F9BA-43D5-87BE-67443E8EF086}">
      <p15:sldGuideLst>
        <p15:guide id="1" pos="180">
          <p15:clr>
            <a:srgbClr val="5ACBF0"/>
          </p15:clr>
        </p15:guide>
        <p15:guide id="2" pos="5580">
          <p15:clr>
            <a:srgbClr val="5ACBF0"/>
          </p15:clr>
        </p15:guide>
        <p15:guide id="3" orient="horz" pos="756">
          <p15:clr>
            <a:srgbClr val="5ACBF0"/>
          </p15:clr>
        </p15:guide>
        <p15:guide id="4" orient="horz" pos="2916">
          <p15:clr>
            <a:srgbClr val="5ACBF0"/>
          </p15:clr>
        </p15:guide>
        <p15:guide id="5" orient="horz" pos="3068">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Box Graphic Center Focus">
  <p:cSld name="4 Box Graphic Center Focus">
    <p:spTree>
      <p:nvGrpSpPr>
        <p:cNvPr id="262" name="Shape 262"/>
        <p:cNvGrpSpPr/>
        <p:nvPr/>
      </p:nvGrpSpPr>
      <p:grpSpPr>
        <a:xfrm>
          <a:off x="0" y="0"/>
          <a:ext cx="0" cy="0"/>
          <a:chOff x="0" y="0"/>
          <a:chExt cx="0" cy="0"/>
        </a:xfrm>
      </p:grpSpPr>
      <p:sp>
        <p:nvSpPr>
          <p:cNvPr id="263" name="Google Shape;263;p35"/>
          <p:cNvSpPr txBox="1"/>
          <p:nvPr/>
        </p:nvSpPr>
        <p:spPr>
          <a:xfrm>
            <a:off x="236762" y="4805319"/>
            <a:ext cx="4286400" cy="129000"/>
          </a:xfrm>
          <a:prstGeom prst="rect">
            <a:avLst/>
          </a:prstGeom>
          <a:noFill/>
          <a:ln>
            <a:noFill/>
          </a:ln>
        </p:spPr>
        <p:txBody>
          <a:bodyPr anchorCtr="0" anchor="b" bIns="25700" lIns="51425" spcFirstLastPara="1" rIns="51425" wrap="square" tIns="25700">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chemeClr val="dk1"/>
                </a:solidFill>
                <a:latin typeface="Open Sans"/>
                <a:ea typeface="Open Sans"/>
                <a:cs typeface="Open Sans"/>
                <a:sym typeface="Open Sans"/>
              </a:rPr>
              <a:t>Confidential and Proprietary. Do not distribute without Couchbase consent. © Couchbase 202</a:t>
            </a:r>
            <a:r>
              <a:rPr lang="en" sz="500">
                <a:solidFill>
                  <a:schemeClr val="dk1"/>
                </a:solidFill>
                <a:latin typeface="Open Sans"/>
                <a:ea typeface="Open Sans"/>
                <a:cs typeface="Open Sans"/>
                <a:sym typeface="Open Sans"/>
              </a:rPr>
              <a:t>5</a:t>
            </a:r>
            <a:r>
              <a:rPr b="0" i="0" lang="en" sz="500" u="none" cap="none" strike="noStrike">
                <a:solidFill>
                  <a:schemeClr val="dk1"/>
                </a:solidFill>
                <a:latin typeface="Open Sans"/>
                <a:ea typeface="Open Sans"/>
                <a:cs typeface="Open Sans"/>
                <a:sym typeface="Open Sans"/>
              </a:rPr>
              <a:t>.</a:t>
            </a:r>
            <a:r>
              <a:rPr b="0" i="0" lang="en" sz="500" u="none" cap="none" strike="noStrike">
                <a:solidFill>
                  <a:schemeClr val="dk1"/>
                </a:solidFill>
                <a:latin typeface="Open Sans"/>
                <a:ea typeface="Open Sans"/>
                <a:cs typeface="Open Sans"/>
                <a:sym typeface="Open Sans"/>
              </a:rPr>
              <a:t> All rights reserved. </a:t>
            </a:r>
            <a:endParaRPr b="0" i="0" sz="500" u="none" cap="none" strike="noStrike">
              <a:solidFill>
                <a:schemeClr val="dk1"/>
              </a:solidFill>
              <a:latin typeface="Open Sans"/>
              <a:ea typeface="Open Sans"/>
              <a:cs typeface="Open Sans"/>
              <a:sym typeface="Open Sans"/>
            </a:endParaRPr>
          </a:p>
        </p:txBody>
      </p:sp>
      <p:pic>
        <p:nvPicPr>
          <p:cNvPr id="264" name="Google Shape;264;p35"/>
          <p:cNvPicPr preferRelativeResize="0"/>
          <p:nvPr/>
        </p:nvPicPr>
        <p:blipFill rotWithShape="1">
          <a:blip r:embed="rId2">
            <a:alphaModFix/>
          </a:blip>
          <a:srcRect b="0" l="0" r="76885" t="0"/>
          <a:stretch/>
        </p:blipFill>
        <p:spPr>
          <a:xfrm>
            <a:off x="8611316" y="4747501"/>
            <a:ext cx="251817" cy="248342"/>
          </a:xfrm>
          <a:prstGeom prst="rect">
            <a:avLst/>
          </a:prstGeom>
          <a:noFill/>
          <a:ln>
            <a:noFill/>
          </a:ln>
        </p:spPr>
      </p:pic>
      <p:sp>
        <p:nvSpPr>
          <p:cNvPr id="265" name="Google Shape;265;p35"/>
          <p:cNvSpPr txBox="1"/>
          <p:nvPr>
            <p:ph idx="1" type="body"/>
          </p:nvPr>
        </p:nvSpPr>
        <p:spPr>
          <a:xfrm>
            <a:off x="448783" y="1241712"/>
            <a:ext cx="4130573" cy="1371600"/>
          </a:xfrm>
          <a:prstGeom prst="rect">
            <a:avLst/>
          </a:prstGeom>
          <a:noFill/>
          <a:ln>
            <a:noFill/>
          </a:ln>
        </p:spPr>
        <p:txBody>
          <a:bodyPr anchorCtr="0" anchor="t" bIns="34275" lIns="68575" spcFirstLastPara="1" rIns="68575" wrap="square" tIns="34275">
            <a:noAutofit/>
          </a:bodyPr>
          <a:lstStyle>
            <a:lvl1pPr indent="-228600" lvl="0" marL="457200" marR="0" rtl="0" algn="l">
              <a:lnSpc>
                <a:spcPct val="95000"/>
              </a:lnSpc>
              <a:spcBef>
                <a:spcPts val="800"/>
              </a:spcBef>
              <a:spcAft>
                <a:spcPts val="0"/>
              </a:spcAft>
              <a:buClr>
                <a:schemeClr val="dk1"/>
              </a:buClr>
              <a:buSzPts val="1500"/>
              <a:buFont typeface="Arial"/>
              <a:buNone/>
              <a:defRPr b="1" i="0" sz="1500" u="none" cap="none" strike="noStrike">
                <a:solidFill>
                  <a:schemeClr val="dk1"/>
                </a:solidFill>
                <a:latin typeface="Open Sans ExtraBold"/>
                <a:ea typeface="Open Sans ExtraBold"/>
                <a:cs typeface="Open Sans ExtraBold"/>
                <a:sym typeface="Open Sans ExtraBold"/>
              </a:defRPr>
            </a:lvl1pPr>
            <a:lvl2pPr indent="-228600" lvl="1" marL="914400" marR="0" rtl="0" algn="l">
              <a:lnSpc>
                <a:spcPct val="95000"/>
              </a:lnSpc>
              <a:spcBef>
                <a:spcPts val="800"/>
              </a:spcBef>
              <a:spcAft>
                <a:spcPts val="0"/>
              </a:spcAft>
              <a:buClr>
                <a:schemeClr val="dk1"/>
              </a:buClr>
              <a:buSzPts val="1500"/>
              <a:buFont typeface="Arial"/>
              <a:buNone/>
              <a:defRPr b="0" i="0" sz="1500" u="none" cap="none" strike="noStrike">
                <a:solidFill>
                  <a:schemeClr val="dk1"/>
                </a:solidFill>
                <a:latin typeface="Open Sans"/>
                <a:ea typeface="Open Sans"/>
                <a:cs typeface="Open Sans"/>
                <a:sym typeface="Open Sans"/>
              </a:defRPr>
            </a:lvl2pPr>
            <a:lvl3pPr indent="-228600" lvl="2" marL="1371600" marR="0" rtl="0" algn="l">
              <a:lnSpc>
                <a:spcPct val="95000"/>
              </a:lnSpc>
              <a:spcBef>
                <a:spcPts val="400"/>
              </a:spcBef>
              <a:spcAft>
                <a:spcPts val="0"/>
              </a:spcAft>
              <a:buClr>
                <a:schemeClr val="dk1"/>
              </a:buClr>
              <a:buSzPts val="800"/>
              <a:buFont typeface="Open Sans"/>
              <a:buNone/>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66" name="Google Shape;266;p35"/>
          <p:cNvSpPr txBox="1"/>
          <p:nvPr>
            <p:ph idx="2" type="body"/>
          </p:nvPr>
        </p:nvSpPr>
        <p:spPr>
          <a:xfrm>
            <a:off x="448783" y="3153644"/>
            <a:ext cx="4130573" cy="1371600"/>
          </a:xfrm>
          <a:prstGeom prst="rect">
            <a:avLst/>
          </a:prstGeom>
          <a:noFill/>
          <a:ln>
            <a:noFill/>
          </a:ln>
        </p:spPr>
        <p:txBody>
          <a:bodyPr anchorCtr="0" anchor="b" bIns="34275" lIns="68575" spcFirstLastPara="1" rIns="68575" wrap="square" tIns="34275">
            <a:noAutofit/>
          </a:bodyPr>
          <a:lstStyle>
            <a:lvl1pPr indent="-228600" lvl="0" marL="457200" marR="0" rtl="0" algn="l">
              <a:lnSpc>
                <a:spcPct val="95000"/>
              </a:lnSpc>
              <a:spcBef>
                <a:spcPts val="800"/>
              </a:spcBef>
              <a:spcAft>
                <a:spcPts val="0"/>
              </a:spcAft>
              <a:buClr>
                <a:schemeClr val="dk1"/>
              </a:buClr>
              <a:buSzPts val="1500"/>
              <a:buFont typeface="Arial"/>
              <a:buNone/>
              <a:defRPr b="1" i="0" sz="1500" u="none" cap="none" strike="noStrike">
                <a:solidFill>
                  <a:schemeClr val="dk1"/>
                </a:solidFill>
                <a:latin typeface="Open Sans ExtraBold"/>
                <a:ea typeface="Open Sans ExtraBold"/>
                <a:cs typeface="Open Sans ExtraBold"/>
                <a:sym typeface="Open Sans ExtraBold"/>
              </a:defRPr>
            </a:lvl1pPr>
            <a:lvl2pPr indent="-228600" lvl="1" marL="914400" marR="0" rtl="0" algn="l">
              <a:lnSpc>
                <a:spcPct val="95000"/>
              </a:lnSpc>
              <a:spcBef>
                <a:spcPts val="800"/>
              </a:spcBef>
              <a:spcAft>
                <a:spcPts val="0"/>
              </a:spcAft>
              <a:buClr>
                <a:schemeClr val="dk1"/>
              </a:buClr>
              <a:buSzPts val="1500"/>
              <a:buFont typeface="Arial"/>
              <a:buNone/>
              <a:defRPr b="0" i="0" sz="1500" u="none" cap="none" strike="noStrike">
                <a:solidFill>
                  <a:schemeClr val="dk1"/>
                </a:solidFill>
                <a:latin typeface="Open Sans"/>
                <a:ea typeface="Open Sans"/>
                <a:cs typeface="Open Sans"/>
                <a:sym typeface="Open Sans"/>
              </a:defRPr>
            </a:lvl2pPr>
            <a:lvl3pPr indent="-228600" lvl="2" marL="1371600" marR="0" rtl="0" algn="l">
              <a:lnSpc>
                <a:spcPct val="95000"/>
              </a:lnSpc>
              <a:spcBef>
                <a:spcPts val="400"/>
              </a:spcBef>
              <a:spcAft>
                <a:spcPts val="0"/>
              </a:spcAft>
              <a:buClr>
                <a:schemeClr val="dk1"/>
              </a:buClr>
              <a:buSzPts val="800"/>
              <a:buFont typeface="Open Sans"/>
              <a:buNone/>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67" name="Google Shape;267;p35"/>
          <p:cNvSpPr txBox="1"/>
          <p:nvPr>
            <p:ph idx="3" type="body"/>
          </p:nvPr>
        </p:nvSpPr>
        <p:spPr>
          <a:xfrm>
            <a:off x="4574927" y="3153644"/>
            <a:ext cx="4223147" cy="1371600"/>
          </a:xfrm>
          <a:prstGeom prst="rect">
            <a:avLst/>
          </a:prstGeom>
          <a:noFill/>
          <a:ln>
            <a:noFill/>
          </a:ln>
        </p:spPr>
        <p:txBody>
          <a:bodyPr anchorCtr="0" anchor="b" bIns="34275" lIns="68575" spcFirstLastPara="1" rIns="68575" wrap="square" tIns="34275">
            <a:noAutofit/>
          </a:bodyPr>
          <a:lstStyle>
            <a:lvl1pPr indent="-228600" lvl="0" marL="457200" marR="0" rtl="0" algn="r">
              <a:lnSpc>
                <a:spcPct val="95000"/>
              </a:lnSpc>
              <a:spcBef>
                <a:spcPts val="800"/>
              </a:spcBef>
              <a:spcAft>
                <a:spcPts val="0"/>
              </a:spcAft>
              <a:buClr>
                <a:schemeClr val="dk1"/>
              </a:buClr>
              <a:buSzPts val="1500"/>
              <a:buFont typeface="Arial"/>
              <a:buNone/>
              <a:defRPr b="1" i="0" sz="1500" u="none" cap="none" strike="noStrike">
                <a:solidFill>
                  <a:schemeClr val="dk1"/>
                </a:solidFill>
                <a:latin typeface="Open Sans ExtraBold"/>
                <a:ea typeface="Open Sans ExtraBold"/>
                <a:cs typeface="Open Sans ExtraBold"/>
                <a:sym typeface="Open Sans ExtraBold"/>
              </a:defRPr>
            </a:lvl1pPr>
            <a:lvl2pPr indent="-228600" lvl="1" marL="914400" marR="0" rtl="0" algn="r">
              <a:lnSpc>
                <a:spcPct val="95000"/>
              </a:lnSpc>
              <a:spcBef>
                <a:spcPts val="800"/>
              </a:spcBef>
              <a:spcAft>
                <a:spcPts val="0"/>
              </a:spcAft>
              <a:buClr>
                <a:schemeClr val="dk1"/>
              </a:buClr>
              <a:buSzPts val="1500"/>
              <a:buFont typeface="Arial"/>
              <a:buNone/>
              <a:defRPr b="0" i="0" sz="1500" u="none" cap="none" strike="noStrike">
                <a:solidFill>
                  <a:schemeClr val="dk1"/>
                </a:solidFill>
                <a:latin typeface="Open Sans"/>
                <a:ea typeface="Open Sans"/>
                <a:cs typeface="Open Sans"/>
                <a:sym typeface="Open Sans"/>
              </a:defRPr>
            </a:lvl2pPr>
            <a:lvl3pPr indent="-228600" lvl="2" marL="1371600" marR="0" rtl="0" algn="l">
              <a:lnSpc>
                <a:spcPct val="95000"/>
              </a:lnSpc>
              <a:spcBef>
                <a:spcPts val="400"/>
              </a:spcBef>
              <a:spcAft>
                <a:spcPts val="0"/>
              </a:spcAft>
              <a:buClr>
                <a:schemeClr val="dk1"/>
              </a:buClr>
              <a:buSzPts val="800"/>
              <a:buFont typeface="Open Sans"/>
              <a:buNone/>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68" name="Google Shape;268;p35"/>
          <p:cNvSpPr txBox="1"/>
          <p:nvPr>
            <p:ph idx="4" type="body"/>
          </p:nvPr>
        </p:nvSpPr>
        <p:spPr>
          <a:xfrm>
            <a:off x="4574927" y="1241712"/>
            <a:ext cx="4223147" cy="1371600"/>
          </a:xfrm>
          <a:prstGeom prst="rect">
            <a:avLst/>
          </a:prstGeom>
          <a:noFill/>
          <a:ln>
            <a:noFill/>
          </a:ln>
        </p:spPr>
        <p:txBody>
          <a:bodyPr anchorCtr="0" anchor="t" bIns="34275" lIns="68575" spcFirstLastPara="1" rIns="68575" wrap="square" tIns="34275">
            <a:noAutofit/>
          </a:bodyPr>
          <a:lstStyle>
            <a:lvl1pPr indent="-228600" lvl="0" marL="457200" marR="0" rtl="0" algn="r">
              <a:lnSpc>
                <a:spcPct val="95000"/>
              </a:lnSpc>
              <a:spcBef>
                <a:spcPts val="800"/>
              </a:spcBef>
              <a:spcAft>
                <a:spcPts val="0"/>
              </a:spcAft>
              <a:buClr>
                <a:schemeClr val="dk1"/>
              </a:buClr>
              <a:buSzPts val="1500"/>
              <a:buFont typeface="Arial"/>
              <a:buNone/>
              <a:defRPr b="1" i="0" sz="1500" u="none" cap="none" strike="noStrike">
                <a:solidFill>
                  <a:schemeClr val="dk1"/>
                </a:solidFill>
                <a:latin typeface="Open Sans ExtraBold"/>
                <a:ea typeface="Open Sans ExtraBold"/>
                <a:cs typeface="Open Sans ExtraBold"/>
                <a:sym typeface="Open Sans ExtraBold"/>
              </a:defRPr>
            </a:lvl1pPr>
            <a:lvl2pPr indent="-228600" lvl="1" marL="914400" marR="0" rtl="0" algn="r">
              <a:lnSpc>
                <a:spcPct val="95000"/>
              </a:lnSpc>
              <a:spcBef>
                <a:spcPts val="800"/>
              </a:spcBef>
              <a:spcAft>
                <a:spcPts val="0"/>
              </a:spcAft>
              <a:buClr>
                <a:schemeClr val="dk1"/>
              </a:buClr>
              <a:buSzPts val="1500"/>
              <a:buFont typeface="Arial"/>
              <a:buNone/>
              <a:defRPr b="0" i="0" sz="1500" u="none" cap="none" strike="noStrike">
                <a:solidFill>
                  <a:schemeClr val="dk1"/>
                </a:solidFill>
                <a:latin typeface="Open Sans"/>
                <a:ea typeface="Open Sans"/>
                <a:cs typeface="Open Sans"/>
                <a:sym typeface="Open Sans"/>
              </a:defRPr>
            </a:lvl2pPr>
            <a:lvl3pPr indent="-228600" lvl="2" marL="1371600" marR="0" rtl="0" algn="l">
              <a:lnSpc>
                <a:spcPct val="95000"/>
              </a:lnSpc>
              <a:spcBef>
                <a:spcPts val="400"/>
              </a:spcBef>
              <a:spcAft>
                <a:spcPts val="0"/>
              </a:spcAft>
              <a:buClr>
                <a:schemeClr val="dk1"/>
              </a:buClr>
              <a:buSzPts val="800"/>
              <a:buFont typeface="Open Sans"/>
              <a:buNone/>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69" name="Google Shape;269;p35"/>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sp>
        <p:nvSpPr>
          <p:cNvPr id="270" name="Google Shape;270;p35"/>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lvl1pPr lvl="0" algn="l">
              <a:lnSpc>
                <a:spcPct val="90000"/>
              </a:lnSpc>
              <a:spcBef>
                <a:spcPts val="0"/>
              </a:spcBef>
              <a:spcAft>
                <a:spcPts val="0"/>
              </a:spcAft>
              <a:buClr>
                <a:schemeClr val="dk1"/>
              </a:buClr>
              <a:buSzPts val="2100"/>
              <a:buFont typeface="Open Sans"/>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71" name="Google Shape;271;p35"/>
          <p:cNvSpPr/>
          <p:nvPr/>
        </p:nvSpPr>
        <p:spPr>
          <a:xfrm>
            <a:off x="3101476" y="1351347"/>
            <a:ext cx="2946903" cy="2946903"/>
          </a:xfrm>
          <a:prstGeom prst="ellipse">
            <a:avLst/>
          </a:prstGeom>
          <a:noFill/>
          <a:ln cap="flat" cmpd="sng" w="295275">
            <a:solidFill>
              <a:schemeClr val="accent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272" name="Google Shape;272;p35"/>
          <p:cNvSpPr txBox="1"/>
          <p:nvPr>
            <p:ph idx="5" type="body"/>
          </p:nvPr>
        </p:nvSpPr>
        <p:spPr>
          <a:xfrm>
            <a:off x="3716027" y="2474228"/>
            <a:ext cx="1711946" cy="195043"/>
          </a:xfrm>
          <a:prstGeom prst="rect">
            <a:avLst/>
          </a:prstGeom>
          <a:noFill/>
          <a:ln>
            <a:noFill/>
          </a:ln>
        </p:spPr>
        <p:txBody>
          <a:bodyPr anchorCtr="0" anchor="ctr" bIns="20575" lIns="20575" spcFirstLastPara="1" rIns="20575" wrap="square" tIns="20575">
            <a:spAutoFit/>
          </a:bodyPr>
          <a:lstStyle>
            <a:lvl1pPr indent="-228600" lvl="0" marL="457200" marR="0" rtl="0" algn="ctr">
              <a:lnSpc>
                <a:spcPct val="95000"/>
              </a:lnSpc>
              <a:spcBef>
                <a:spcPts val="0"/>
              </a:spcBef>
              <a:spcAft>
                <a:spcPts val="0"/>
              </a:spcAft>
              <a:buClr>
                <a:schemeClr val="dk1"/>
              </a:buClr>
              <a:buSzPts val="1100"/>
              <a:buFont typeface="Arial"/>
              <a:buNone/>
              <a:defRPr b="1" i="0" sz="1100" u="none" cap="none" strike="noStrike">
                <a:solidFill>
                  <a:schemeClr val="dk1"/>
                </a:solidFill>
                <a:latin typeface="Open Sans ExtraBold"/>
                <a:ea typeface="Open Sans ExtraBold"/>
                <a:cs typeface="Open Sans ExtraBold"/>
                <a:sym typeface="Open Sans ExtraBold"/>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pic>
        <p:nvPicPr>
          <p:cNvPr id="273" name="Google Shape;273;p35"/>
          <p:cNvPicPr preferRelativeResize="0"/>
          <p:nvPr/>
        </p:nvPicPr>
        <p:blipFill rotWithShape="1">
          <a:blip r:embed="rId3">
            <a:alphaModFix/>
          </a:blip>
          <a:srcRect b="0" l="8726" r="0" t="0"/>
          <a:stretch/>
        </p:blipFill>
        <p:spPr>
          <a:xfrm>
            <a:off x="0" y="282800"/>
            <a:ext cx="324275" cy="435525"/>
          </a:xfrm>
          <a:prstGeom prst="rect">
            <a:avLst/>
          </a:prstGeom>
          <a:noFill/>
          <a:ln>
            <a:noFill/>
          </a:ln>
        </p:spPr>
      </p:pic>
    </p:spTree>
  </p:cSld>
  <p:clrMapOvr>
    <a:masterClrMapping/>
  </p:clrMapOvr>
  <p:extLst>
    <p:ext uri="{DCECCB84-F9BA-43D5-87BE-67443E8EF086}">
      <p15:sldGuideLst>
        <p15:guide id="1" pos="180">
          <p15:clr>
            <a:srgbClr val="5ACBF0"/>
          </p15:clr>
        </p15:guide>
        <p15:guide id="2" pos="5580">
          <p15:clr>
            <a:srgbClr val="5ACBF0"/>
          </p15:clr>
        </p15:guide>
        <p15:guide id="3" orient="horz" pos="756">
          <p15:clr>
            <a:srgbClr val="5ACBF0"/>
          </p15:clr>
        </p15:guide>
        <p15:guide id="4" orient="horz" pos="2916">
          <p15:clr>
            <a:srgbClr val="5ACBF0"/>
          </p15:clr>
        </p15:guide>
        <p15:guide id="5" orient="horz" pos="3068">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chitecture Diagram Layout">
  <p:cSld name="Architecture Diagram Layout">
    <p:spTree>
      <p:nvGrpSpPr>
        <p:cNvPr id="274" name="Shape 274"/>
        <p:cNvGrpSpPr/>
        <p:nvPr/>
      </p:nvGrpSpPr>
      <p:grpSpPr>
        <a:xfrm>
          <a:off x="0" y="0"/>
          <a:ext cx="0" cy="0"/>
          <a:chOff x="0" y="0"/>
          <a:chExt cx="0" cy="0"/>
        </a:xfrm>
      </p:grpSpPr>
      <p:sp>
        <p:nvSpPr>
          <p:cNvPr id="275" name="Google Shape;275;p36"/>
          <p:cNvSpPr txBox="1"/>
          <p:nvPr>
            <p:ph idx="1" type="body"/>
          </p:nvPr>
        </p:nvSpPr>
        <p:spPr>
          <a:xfrm>
            <a:off x="512935" y="2077287"/>
            <a:ext cx="1791137" cy="1454244"/>
          </a:xfrm>
          <a:prstGeom prst="rect">
            <a:avLst/>
          </a:prstGeom>
          <a:noFill/>
          <a:ln>
            <a:noFill/>
          </a:ln>
        </p:spPr>
        <p:txBody>
          <a:bodyPr anchorCtr="0" anchor="ctr" bIns="34275" lIns="68575" spcFirstLastPara="1" rIns="68575" wrap="square" tIns="34275">
            <a:spAutoFit/>
          </a:bodyPr>
          <a:lstStyle>
            <a:lvl1pPr indent="-228600" lvl="0" marL="457200" marR="0" rtl="0" algn="r">
              <a:lnSpc>
                <a:spcPct val="100000"/>
              </a:lnSpc>
              <a:spcBef>
                <a:spcPts val="0"/>
              </a:spcBef>
              <a:spcAft>
                <a:spcPts val="0"/>
              </a:spcAft>
              <a:buClr>
                <a:schemeClr val="dk1"/>
              </a:buClr>
              <a:buSzPts val="1800"/>
              <a:buFont typeface="Arial"/>
              <a:buNone/>
              <a:defRPr b="1" i="0" sz="1800" u="none" cap="none" strike="noStrike">
                <a:solidFill>
                  <a:schemeClr val="dk1"/>
                </a:solidFill>
                <a:latin typeface="Open Sans ExtraBold"/>
                <a:ea typeface="Open Sans ExtraBold"/>
                <a:cs typeface="Open Sans ExtraBold"/>
                <a:sym typeface="Open Sans ExtraBold"/>
              </a:defRPr>
            </a:lvl1pPr>
            <a:lvl2pPr indent="-228600" lvl="1" marL="914400" marR="0" rtl="0" algn="r">
              <a:lnSpc>
                <a:spcPct val="100000"/>
              </a:lnSpc>
              <a:spcBef>
                <a:spcPts val="0"/>
              </a:spcBef>
              <a:spcAft>
                <a:spcPts val="0"/>
              </a:spcAft>
              <a:buClr>
                <a:schemeClr val="accent3"/>
              </a:buClr>
              <a:buSzPts val="1800"/>
              <a:buFont typeface="Arial"/>
              <a:buNone/>
              <a:defRPr b="1" i="0" sz="1800" u="none" cap="none" strike="noStrike">
                <a:solidFill>
                  <a:schemeClr val="accent3"/>
                </a:solidFill>
                <a:latin typeface="Open Sans ExtraBold"/>
                <a:ea typeface="Open Sans ExtraBold"/>
                <a:cs typeface="Open Sans ExtraBold"/>
                <a:sym typeface="Open Sans ExtraBold"/>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76" name="Google Shape;276;p36"/>
          <p:cNvSpPr/>
          <p:nvPr>
            <p:ph idx="2" type="pic"/>
          </p:nvPr>
        </p:nvSpPr>
        <p:spPr>
          <a:xfrm>
            <a:off x="2968823" y="1361271"/>
            <a:ext cx="3006328" cy="3006328"/>
          </a:xfrm>
          <a:prstGeom prst="rect">
            <a:avLst/>
          </a:prstGeom>
          <a:noFill/>
          <a:ln>
            <a:noFill/>
          </a:ln>
        </p:spPr>
      </p:sp>
      <p:sp>
        <p:nvSpPr>
          <p:cNvPr id="277" name="Google Shape;277;p36"/>
          <p:cNvSpPr txBox="1"/>
          <p:nvPr>
            <p:ph idx="3" type="body"/>
          </p:nvPr>
        </p:nvSpPr>
        <p:spPr>
          <a:xfrm>
            <a:off x="6348167" y="1092190"/>
            <a:ext cx="2510084" cy="862949"/>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00000"/>
              </a:lnSpc>
              <a:spcBef>
                <a:spcPts val="0"/>
              </a:spcBef>
              <a:spcAft>
                <a:spcPts val="0"/>
              </a:spcAft>
              <a:buClr>
                <a:schemeClr val="accent3"/>
              </a:buClr>
              <a:buSzPts val="3600"/>
              <a:buFont typeface="Arial"/>
              <a:buNone/>
              <a:defRPr b="1" i="0" sz="3600" u="none" cap="none" strike="noStrike">
                <a:solidFill>
                  <a:schemeClr val="accent3"/>
                </a:solidFill>
                <a:latin typeface="Open Sans ExtraBold"/>
                <a:ea typeface="Open Sans ExtraBold"/>
                <a:cs typeface="Open Sans ExtraBold"/>
                <a:sym typeface="Open Sans ExtraBold"/>
              </a:defRPr>
            </a:lvl1pPr>
            <a:lvl2pPr indent="-228600" lvl="1" marL="914400" marR="0" rtl="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Open Sans"/>
                <a:ea typeface="Open Sans"/>
                <a:cs typeface="Open Sans"/>
                <a:sym typeface="Open Sans"/>
              </a:defRPr>
            </a:lvl2pPr>
            <a:lvl3pPr indent="-228600" lvl="2" marL="1371600" marR="0" rtl="0" algn="l">
              <a:lnSpc>
                <a:spcPct val="95000"/>
              </a:lnSpc>
              <a:spcBef>
                <a:spcPts val="400"/>
              </a:spcBef>
              <a:spcAft>
                <a:spcPts val="0"/>
              </a:spcAft>
              <a:buClr>
                <a:schemeClr val="dk1"/>
              </a:buClr>
              <a:buSzPts val="800"/>
              <a:buFont typeface="Open Sans"/>
              <a:buNone/>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pic>
        <p:nvPicPr>
          <p:cNvPr id="278" name="Google Shape;278;p36"/>
          <p:cNvPicPr preferRelativeResize="0"/>
          <p:nvPr/>
        </p:nvPicPr>
        <p:blipFill rotWithShape="1">
          <a:blip r:embed="rId2">
            <a:alphaModFix/>
          </a:blip>
          <a:srcRect b="0" l="0" r="76885" t="0"/>
          <a:stretch/>
        </p:blipFill>
        <p:spPr>
          <a:xfrm>
            <a:off x="8611316" y="4747501"/>
            <a:ext cx="251817" cy="248342"/>
          </a:xfrm>
          <a:prstGeom prst="rect">
            <a:avLst/>
          </a:prstGeom>
          <a:noFill/>
          <a:ln>
            <a:noFill/>
          </a:ln>
        </p:spPr>
      </p:pic>
      <p:sp>
        <p:nvSpPr>
          <p:cNvPr id="279" name="Google Shape;279;p36"/>
          <p:cNvSpPr txBox="1"/>
          <p:nvPr>
            <p:ph idx="4" type="body"/>
          </p:nvPr>
        </p:nvSpPr>
        <p:spPr>
          <a:xfrm>
            <a:off x="6348167" y="2341812"/>
            <a:ext cx="2510084" cy="862949"/>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00000"/>
              </a:lnSpc>
              <a:spcBef>
                <a:spcPts val="0"/>
              </a:spcBef>
              <a:spcAft>
                <a:spcPts val="0"/>
              </a:spcAft>
              <a:buClr>
                <a:schemeClr val="accent3"/>
              </a:buClr>
              <a:buSzPts val="3600"/>
              <a:buFont typeface="Arial"/>
              <a:buNone/>
              <a:defRPr b="1" i="0" sz="3600" u="none" cap="none" strike="noStrike">
                <a:solidFill>
                  <a:schemeClr val="accent3"/>
                </a:solidFill>
                <a:latin typeface="Open Sans ExtraBold"/>
                <a:ea typeface="Open Sans ExtraBold"/>
                <a:cs typeface="Open Sans ExtraBold"/>
                <a:sym typeface="Open Sans ExtraBold"/>
              </a:defRPr>
            </a:lvl1pPr>
            <a:lvl2pPr indent="-228600" lvl="1" marL="914400" marR="0" rtl="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Open Sans"/>
                <a:ea typeface="Open Sans"/>
                <a:cs typeface="Open Sans"/>
                <a:sym typeface="Open Sans"/>
              </a:defRPr>
            </a:lvl2pPr>
            <a:lvl3pPr indent="-228600" lvl="2" marL="1371600" marR="0" rtl="0" algn="l">
              <a:lnSpc>
                <a:spcPct val="95000"/>
              </a:lnSpc>
              <a:spcBef>
                <a:spcPts val="400"/>
              </a:spcBef>
              <a:spcAft>
                <a:spcPts val="0"/>
              </a:spcAft>
              <a:buClr>
                <a:schemeClr val="dk1"/>
              </a:buClr>
              <a:buSzPts val="800"/>
              <a:buFont typeface="Open Sans"/>
              <a:buNone/>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80" name="Google Shape;280;p36"/>
          <p:cNvSpPr txBox="1"/>
          <p:nvPr>
            <p:ph idx="5" type="body"/>
          </p:nvPr>
        </p:nvSpPr>
        <p:spPr>
          <a:xfrm>
            <a:off x="6348167" y="3504650"/>
            <a:ext cx="2510084" cy="862949"/>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00000"/>
              </a:lnSpc>
              <a:spcBef>
                <a:spcPts val="0"/>
              </a:spcBef>
              <a:spcAft>
                <a:spcPts val="0"/>
              </a:spcAft>
              <a:buClr>
                <a:schemeClr val="accent3"/>
              </a:buClr>
              <a:buSzPts val="3600"/>
              <a:buFont typeface="Arial"/>
              <a:buNone/>
              <a:defRPr b="1" i="0" sz="3600" u="none" cap="none" strike="noStrike">
                <a:solidFill>
                  <a:schemeClr val="accent3"/>
                </a:solidFill>
                <a:latin typeface="Open Sans ExtraBold"/>
                <a:ea typeface="Open Sans ExtraBold"/>
                <a:cs typeface="Open Sans ExtraBold"/>
                <a:sym typeface="Open Sans ExtraBold"/>
              </a:defRPr>
            </a:lvl1pPr>
            <a:lvl2pPr indent="-228600" lvl="1" marL="914400" marR="0" rtl="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Open Sans"/>
                <a:ea typeface="Open Sans"/>
                <a:cs typeface="Open Sans"/>
                <a:sym typeface="Open Sans"/>
              </a:defRPr>
            </a:lvl2pPr>
            <a:lvl3pPr indent="-228600" lvl="2" marL="1371600" marR="0" rtl="0" algn="l">
              <a:lnSpc>
                <a:spcPct val="95000"/>
              </a:lnSpc>
              <a:spcBef>
                <a:spcPts val="400"/>
              </a:spcBef>
              <a:spcAft>
                <a:spcPts val="0"/>
              </a:spcAft>
              <a:buClr>
                <a:schemeClr val="dk1"/>
              </a:buClr>
              <a:buSzPts val="800"/>
              <a:buFont typeface="Open Sans"/>
              <a:buNone/>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81" name="Google Shape;281;p36"/>
          <p:cNvSpPr txBox="1"/>
          <p:nvPr/>
        </p:nvSpPr>
        <p:spPr>
          <a:xfrm>
            <a:off x="236762" y="4805319"/>
            <a:ext cx="4286400" cy="129000"/>
          </a:xfrm>
          <a:prstGeom prst="rect">
            <a:avLst/>
          </a:prstGeom>
          <a:noFill/>
          <a:ln>
            <a:noFill/>
          </a:ln>
        </p:spPr>
        <p:txBody>
          <a:bodyPr anchorCtr="0" anchor="b" bIns="25700" lIns="51425" spcFirstLastPara="1" rIns="51425" wrap="square" tIns="25700">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chemeClr val="dk1"/>
                </a:solidFill>
                <a:latin typeface="Open Sans"/>
                <a:ea typeface="Open Sans"/>
                <a:cs typeface="Open Sans"/>
                <a:sym typeface="Open Sans"/>
              </a:rPr>
              <a:t>Confidential and Proprietary. Do not distribute without Couchbase consent. © Couchbase </a:t>
            </a:r>
            <a:r>
              <a:rPr lang="en" sz="500">
                <a:solidFill>
                  <a:schemeClr val="dk1"/>
                </a:solidFill>
                <a:latin typeface="Open Sans"/>
                <a:ea typeface="Open Sans"/>
                <a:cs typeface="Open Sans"/>
                <a:sym typeface="Open Sans"/>
              </a:rPr>
              <a:t>2025</a:t>
            </a:r>
            <a:r>
              <a:rPr b="0" i="0" lang="en" sz="500" u="none" cap="none" strike="noStrike">
                <a:solidFill>
                  <a:schemeClr val="dk1"/>
                </a:solidFill>
                <a:latin typeface="Open Sans"/>
                <a:ea typeface="Open Sans"/>
                <a:cs typeface="Open Sans"/>
                <a:sym typeface="Open Sans"/>
              </a:rPr>
              <a:t>. All rights reserved. </a:t>
            </a:r>
            <a:endParaRPr b="0" i="0" sz="500" u="none" cap="none" strike="noStrike">
              <a:solidFill>
                <a:schemeClr val="dk1"/>
              </a:solidFill>
              <a:latin typeface="Open Sans"/>
              <a:ea typeface="Open Sans"/>
              <a:cs typeface="Open Sans"/>
              <a:sym typeface="Open Sans"/>
            </a:endParaRPr>
          </a:p>
        </p:txBody>
      </p:sp>
      <p:sp>
        <p:nvSpPr>
          <p:cNvPr id="282" name="Google Shape;282;p36"/>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sp>
        <p:nvSpPr>
          <p:cNvPr id="283" name="Google Shape;283;p36"/>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lvl1pPr lvl="0" algn="l">
              <a:lnSpc>
                <a:spcPct val="90000"/>
              </a:lnSpc>
              <a:spcBef>
                <a:spcPts val="0"/>
              </a:spcBef>
              <a:spcAft>
                <a:spcPts val="0"/>
              </a:spcAft>
              <a:buClr>
                <a:schemeClr val="dk1"/>
              </a:buClr>
              <a:buSzPts val="2100"/>
              <a:buFont typeface="Open Sans"/>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id="284" name="Google Shape;284;p36"/>
          <p:cNvPicPr preferRelativeResize="0"/>
          <p:nvPr/>
        </p:nvPicPr>
        <p:blipFill rotWithShape="1">
          <a:blip r:embed="rId3">
            <a:alphaModFix/>
          </a:blip>
          <a:srcRect b="0" l="8726" r="0" t="0"/>
          <a:stretch/>
        </p:blipFill>
        <p:spPr>
          <a:xfrm>
            <a:off x="0" y="282800"/>
            <a:ext cx="324275" cy="435525"/>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ntent Highlight Layout ">
  <p:cSld name="5 Content Highlight Layout ">
    <p:spTree>
      <p:nvGrpSpPr>
        <p:cNvPr id="285" name="Shape 285"/>
        <p:cNvGrpSpPr/>
        <p:nvPr/>
      </p:nvGrpSpPr>
      <p:grpSpPr>
        <a:xfrm>
          <a:off x="0" y="0"/>
          <a:ext cx="0" cy="0"/>
          <a:chOff x="0" y="0"/>
          <a:chExt cx="0" cy="0"/>
        </a:xfrm>
      </p:grpSpPr>
      <p:sp>
        <p:nvSpPr>
          <p:cNvPr id="286" name="Google Shape;286;p37"/>
          <p:cNvSpPr txBox="1"/>
          <p:nvPr/>
        </p:nvSpPr>
        <p:spPr>
          <a:xfrm>
            <a:off x="236762" y="4805319"/>
            <a:ext cx="4286400" cy="129000"/>
          </a:xfrm>
          <a:prstGeom prst="rect">
            <a:avLst/>
          </a:prstGeom>
          <a:noFill/>
          <a:ln>
            <a:noFill/>
          </a:ln>
        </p:spPr>
        <p:txBody>
          <a:bodyPr anchorCtr="0" anchor="b" bIns="25700" lIns="51425" spcFirstLastPara="1" rIns="51425" wrap="square" tIns="25700">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chemeClr val="dk1"/>
                </a:solidFill>
                <a:latin typeface="Open Sans"/>
                <a:ea typeface="Open Sans"/>
                <a:cs typeface="Open Sans"/>
                <a:sym typeface="Open Sans"/>
              </a:rPr>
              <a:t>Confidential and Proprietary. Do not distribute without Couchbase consent. © Couchbase </a:t>
            </a:r>
            <a:r>
              <a:rPr lang="en" sz="500">
                <a:solidFill>
                  <a:schemeClr val="dk1"/>
                </a:solidFill>
                <a:latin typeface="Open Sans"/>
                <a:ea typeface="Open Sans"/>
                <a:cs typeface="Open Sans"/>
                <a:sym typeface="Open Sans"/>
              </a:rPr>
              <a:t>2025</a:t>
            </a:r>
            <a:r>
              <a:rPr b="0" i="0" lang="en" sz="500" u="none" cap="none" strike="noStrike">
                <a:solidFill>
                  <a:schemeClr val="dk1"/>
                </a:solidFill>
                <a:latin typeface="Open Sans"/>
                <a:ea typeface="Open Sans"/>
                <a:cs typeface="Open Sans"/>
                <a:sym typeface="Open Sans"/>
              </a:rPr>
              <a:t>. All rights reserved. </a:t>
            </a:r>
            <a:endParaRPr b="0" i="0" sz="500" u="none" cap="none" strike="noStrike">
              <a:solidFill>
                <a:schemeClr val="dk1"/>
              </a:solidFill>
              <a:latin typeface="Open Sans"/>
              <a:ea typeface="Open Sans"/>
              <a:cs typeface="Open Sans"/>
              <a:sym typeface="Open Sans"/>
            </a:endParaRPr>
          </a:p>
        </p:txBody>
      </p:sp>
      <p:cxnSp>
        <p:nvCxnSpPr>
          <p:cNvPr id="287" name="Google Shape;287;p37"/>
          <p:cNvCxnSpPr/>
          <p:nvPr/>
        </p:nvCxnSpPr>
        <p:spPr>
          <a:xfrm>
            <a:off x="1125132" y="1503593"/>
            <a:ext cx="0" cy="880684"/>
          </a:xfrm>
          <a:prstGeom prst="straightConnector1">
            <a:avLst/>
          </a:prstGeom>
          <a:noFill/>
          <a:ln cap="flat" cmpd="sng" w="76200">
            <a:solidFill>
              <a:srgbClr val="FFF0DB"/>
            </a:solidFill>
            <a:prstDash val="solid"/>
            <a:miter lim="800000"/>
            <a:headEnd len="sm" w="sm" type="none"/>
            <a:tailEnd len="sm" w="sm" type="none"/>
          </a:ln>
        </p:spPr>
      </p:cxnSp>
      <p:cxnSp>
        <p:nvCxnSpPr>
          <p:cNvPr id="288" name="Google Shape;288;p37"/>
          <p:cNvCxnSpPr/>
          <p:nvPr/>
        </p:nvCxnSpPr>
        <p:spPr>
          <a:xfrm>
            <a:off x="3697385" y="1503593"/>
            <a:ext cx="0" cy="880684"/>
          </a:xfrm>
          <a:prstGeom prst="straightConnector1">
            <a:avLst/>
          </a:prstGeom>
          <a:noFill/>
          <a:ln cap="flat" cmpd="sng" w="76200">
            <a:solidFill>
              <a:srgbClr val="FFF0DB"/>
            </a:solidFill>
            <a:prstDash val="solid"/>
            <a:miter lim="800000"/>
            <a:headEnd len="sm" w="sm" type="none"/>
            <a:tailEnd len="sm" w="sm" type="none"/>
          </a:ln>
        </p:spPr>
      </p:cxnSp>
      <p:cxnSp>
        <p:nvCxnSpPr>
          <p:cNvPr id="289" name="Google Shape;289;p37"/>
          <p:cNvCxnSpPr/>
          <p:nvPr/>
        </p:nvCxnSpPr>
        <p:spPr>
          <a:xfrm>
            <a:off x="6269637" y="1503593"/>
            <a:ext cx="0" cy="880684"/>
          </a:xfrm>
          <a:prstGeom prst="straightConnector1">
            <a:avLst/>
          </a:prstGeom>
          <a:noFill/>
          <a:ln cap="flat" cmpd="sng" w="76200">
            <a:solidFill>
              <a:srgbClr val="FFF0DB"/>
            </a:solidFill>
            <a:prstDash val="solid"/>
            <a:miter lim="800000"/>
            <a:headEnd len="sm" w="sm" type="none"/>
            <a:tailEnd len="sm" w="sm" type="none"/>
          </a:ln>
        </p:spPr>
      </p:cxnSp>
      <p:cxnSp>
        <p:nvCxnSpPr>
          <p:cNvPr id="290" name="Google Shape;290;p37"/>
          <p:cNvCxnSpPr/>
          <p:nvPr/>
        </p:nvCxnSpPr>
        <p:spPr>
          <a:xfrm>
            <a:off x="2409527" y="3115026"/>
            <a:ext cx="0" cy="880685"/>
          </a:xfrm>
          <a:prstGeom prst="straightConnector1">
            <a:avLst/>
          </a:prstGeom>
          <a:noFill/>
          <a:ln cap="flat" cmpd="sng" w="76200">
            <a:solidFill>
              <a:srgbClr val="FFF0DB"/>
            </a:solidFill>
            <a:prstDash val="solid"/>
            <a:miter lim="800000"/>
            <a:headEnd len="sm" w="sm" type="none"/>
            <a:tailEnd len="sm" w="sm" type="none"/>
          </a:ln>
        </p:spPr>
      </p:cxnSp>
      <p:cxnSp>
        <p:nvCxnSpPr>
          <p:cNvPr id="291" name="Google Shape;291;p37"/>
          <p:cNvCxnSpPr/>
          <p:nvPr/>
        </p:nvCxnSpPr>
        <p:spPr>
          <a:xfrm>
            <a:off x="4978316" y="3115026"/>
            <a:ext cx="0" cy="880685"/>
          </a:xfrm>
          <a:prstGeom prst="straightConnector1">
            <a:avLst/>
          </a:prstGeom>
          <a:noFill/>
          <a:ln cap="flat" cmpd="sng" w="76200">
            <a:solidFill>
              <a:srgbClr val="FFF0DB"/>
            </a:solidFill>
            <a:prstDash val="solid"/>
            <a:miter lim="800000"/>
            <a:headEnd len="sm" w="sm" type="none"/>
            <a:tailEnd len="sm" w="sm" type="none"/>
          </a:ln>
        </p:spPr>
      </p:cxnSp>
      <p:sp>
        <p:nvSpPr>
          <p:cNvPr id="292" name="Google Shape;292;p37"/>
          <p:cNvSpPr txBox="1"/>
          <p:nvPr>
            <p:ph idx="1" type="body"/>
          </p:nvPr>
        </p:nvSpPr>
        <p:spPr>
          <a:xfrm>
            <a:off x="1180422" y="1411237"/>
            <a:ext cx="2510084" cy="862949"/>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00000"/>
              </a:lnSpc>
              <a:spcBef>
                <a:spcPts val="0"/>
              </a:spcBef>
              <a:spcAft>
                <a:spcPts val="0"/>
              </a:spcAft>
              <a:buClr>
                <a:schemeClr val="accent3"/>
              </a:buClr>
              <a:buSzPts val="3600"/>
              <a:buFont typeface="Arial"/>
              <a:buNone/>
              <a:defRPr b="1" i="0" sz="3600" u="none" cap="none" strike="noStrike">
                <a:solidFill>
                  <a:schemeClr val="accent3"/>
                </a:solidFill>
                <a:latin typeface="Open Sans ExtraBold"/>
                <a:ea typeface="Open Sans ExtraBold"/>
                <a:cs typeface="Open Sans ExtraBold"/>
                <a:sym typeface="Open Sans ExtraBold"/>
              </a:defRPr>
            </a:lvl1pPr>
            <a:lvl2pPr indent="-228600" lvl="1" marL="914400" marR="0" rtl="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Open Sans"/>
                <a:ea typeface="Open Sans"/>
                <a:cs typeface="Open Sans"/>
                <a:sym typeface="Open Sans"/>
              </a:defRPr>
            </a:lvl2pPr>
            <a:lvl3pPr indent="-228600" lvl="2" marL="1371600" marR="0" rtl="0" algn="l">
              <a:lnSpc>
                <a:spcPct val="95000"/>
              </a:lnSpc>
              <a:spcBef>
                <a:spcPts val="400"/>
              </a:spcBef>
              <a:spcAft>
                <a:spcPts val="0"/>
              </a:spcAft>
              <a:buClr>
                <a:schemeClr val="dk1"/>
              </a:buClr>
              <a:buSzPts val="800"/>
              <a:buFont typeface="Open Sans"/>
              <a:buNone/>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pic>
        <p:nvPicPr>
          <p:cNvPr id="293" name="Google Shape;293;p37"/>
          <p:cNvPicPr preferRelativeResize="0"/>
          <p:nvPr/>
        </p:nvPicPr>
        <p:blipFill rotWithShape="1">
          <a:blip r:embed="rId2">
            <a:alphaModFix/>
          </a:blip>
          <a:srcRect b="0" l="0" r="76885" t="0"/>
          <a:stretch/>
        </p:blipFill>
        <p:spPr>
          <a:xfrm>
            <a:off x="8611316" y="4747501"/>
            <a:ext cx="251817" cy="248342"/>
          </a:xfrm>
          <a:prstGeom prst="rect">
            <a:avLst/>
          </a:prstGeom>
          <a:noFill/>
          <a:ln>
            <a:noFill/>
          </a:ln>
        </p:spPr>
      </p:pic>
      <p:sp>
        <p:nvSpPr>
          <p:cNvPr id="294" name="Google Shape;294;p37"/>
          <p:cNvSpPr txBox="1"/>
          <p:nvPr>
            <p:ph idx="2" type="body"/>
          </p:nvPr>
        </p:nvSpPr>
        <p:spPr>
          <a:xfrm>
            <a:off x="3757368" y="1411237"/>
            <a:ext cx="2510084" cy="862949"/>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00000"/>
              </a:lnSpc>
              <a:spcBef>
                <a:spcPts val="0"/>
              </a:spcBef>
              <a:spcAft>
                <a:spcPts val="0"/>
              </a:spcAft>
              <a:buClr>
                <a:schemeClr val="accent3"/>
              </a:buClr>
              <a:buSzPts val="3600"/>
              <a:buFont typeface="Arial"/>
              <a:buNone/>
              <a:defRPr b="1" i="0" sz="3600" u="none" cap="none" strike="noStrike">
                <a:solidFill>
                  <a:schemeClr val="accent3"/>
                </a:solidFill>
                <a:latin typeface="Open Sans ExtraBold"/>
                <a:ea typeface="Open Sans ExtraBold"/>
                <a:cs typeface="Open Sans ExtraBold"/>
                <a:sym typeface="Open Sans ExtraBold"/>
              </a:defRPr>
            </a:lvl1pPr>
            <a:lvl2pPr indent="-228600" lvl="1" marL="914400" marR="0" rtl="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Open Sans"/>
                <a:ea typeface="Open Sans"/>
                <a:cs typeface="Open Sans"/>
                <a:sym typeface="Open Sans"/>
              </a:defRPr>
            </a:lvl2pPr>
            <a:lvl3pPr indent="-228600" lvl="2" marL="1371600" marR="0" rtl="0" algn="l">
              <a:lnSpc>
                <a:spcPct val="95000"/>
              </a:lnSpc>
              <a:spcBef>
                <a:spcPts val="400"/>
              </a:spcBef>
              <a:spcAft>
                <a:spcPts val="0"/>
              </a:spcAft>
              <a:buClr>
                <a:schemeClr val="dk1"/>
              </a:buClr>
              <a:buSzPts val="800"/>
              <a:buFont typeface="Open Sans"/>
              <a:buNone/>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95" name="Google Shape;295;p37"/>
          <p:cNvSpPr txBox="1"/>
          <p:nvPr>
            <p:ph idx="3" type="body"/>
          </p:nvPr>
        </p:nvSpPr>
        <p:spPr>
          <a:xfrm>
            <a:off x="6320460" y="1411237"/>
            <a:ext cx="2510083" cy="862949"/>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00000"/>
              </a:lnSpc>
              <a:spcBef>
                <a:spcPts val="0"/>
              </a:spcBef>
              <a:spcAft>
                <a:spcPts val="0"/>
              </a:spcAft>
              <a:buClr>
                <a:schemeClr val="accent3"/>
              </a:buClr>
              <a:buSzPts val="3600"/>
              <a:buFont typeface="Arial"/>
              <a:buNone/>
              <a:defRPr b="1" i="0" sz="3600" u="none" cap="none" strike="noStrike">
                <a:solidFill>
                  <a:schemeClr val="accent3"/>
                </a:solidFill>
                <a:latin typeface="Open Sans ExtraBold"/>
                <a:ea typeface="Open Sans ExtraBold"/>
                <a:cs typeface="Open Sans ExtraBold"/>
                <a:sym typeface="Open Sans ExtraBold"/>
              </a:defRPr>
            </a:lvl1pPr>
            <a:lvl2pPr indent="-228600" lvl="1" marL="914400" marR="0" rtl="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Open Sans"/>
                <a:ea typeface="Open Sans"/>
                <a:cs typeface="Open Sans"/>
                <a:sym typeface="Open Sans"/>
              </a:defRPr>
            </a:lvl2pPr>
            <a:lvl3pPr indent="-228600" lvl="2" marL="1371600" marR="0" rtl="0" algn="l">
              <a:lnSpc>
                <a:spcPct val="95000"/>
              </a:lnSpc>
              <a:spcBef>
                <a:spcPts val="400"/>
              </a:spcBef>
              <a:spcAft>
                <a:spcPts val="0"/>
              </a:spcAft>
              <a:buClr>
                <a:schemeClr val="dk1"/>
              </a:buClr>
              <a:buSzPts val="800"/>
              <a:buFont typeface="Open Sans"/>
              <a:buNone/>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96" name="Google Shape;296;p37"/>
          <p:cNvSpPr txBox="1"/>
          <p:nvPr>
            <p:ph idx="4" type="body"/>
          </p:nvPr>
        </p:nvSpPr>
        <p:spPr>
          <a:xfrm>
            <a:off x="2461968" y="3039146"/>
            <a:ext cx="2510084" cy="862949"/>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00000"/>
              </a:lnSpc>
              <a:spcBef>
                <a:spcPts val="0"/>
              </a:spcBef>
              <a:spcAft>
                <a:spcPts val="0"/>
              </a:spcAft>
              <a:buClr>
                <a:schemeClr val="accent3"/>
              </a:buClr>
              <a:buSzPts val="3600"/>
              <a:buFont typeface="Arial"/>
              <a:buNone/>
              <a:defRPr b="1" i="0" sz="3600" u="none" cap="none" strike="noStrike">
                <a:solidFill>
                  <a:schemeClr val="accent3"/>
                </a:solidFill>
                <a:latin typeface="Open Sans ExtraBold"/>
                <a:ea typeface="Open Sans ExtraBold"/>
                <a:cs typeface="Open Sans ExtraBold"/>
                <a:sym typeface="Open Sans ExtraBold"/>
              </a:defRPr>
            </a:lvl1pPr>
            <a:lvl2pPr indent="-228600" lvl="1" marL="914400" marR="0" rtl="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Open Sans"/>
                <a:ea typeface="Open Sans"/>
                <a:cs typeface="Open Sans"/>
                <a:sym typeface="Open Sans"/>
              </a:defRPr>
            </a:lvl2pPr>
            <a:lvl3pPr indent="-228600" lvl="2" marL="1371600" marR="0" rtl="0" algn="l">
              <a:lnSpc>
                <a:spcPct val="95000"/>
              </a:lnSpc>
              <a:spcBef>
                <a:spcPts val="400"/>
              </a:spcBef>
              <a:spcAft>
                <a:spcPts val="0"/>
              </a:spcAft>
              <a:buClr>
                <a:schemeClr val="dk1"/>
              </a:buClr>
              <a:buSzPts val="800"/>
              <a:buFont typeface="Open Sans"/>
              <a:buNone/>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97" name="Google Shape;297;p37"/>
          <p:cNvSpPr txBox="1"/>
          <p:nvPr>
            <p:ph idx="5" type="body"/>
          </p:nvPr>
        </p:nvSpPr>
        <p:spPr>
          <a:xfrm>
            <a:off x="5031987" y="3039146"/>
            <a:ext cx="2510084" cy="862949"/>
          </a:xfrm>
          <a:prstGeom prst="rect">
            <a:avLst/>
          </a:prstGeom>
          <a:noFill/>
          <a:ln>
            <a:noFill/>
          </a:ln>
        </p:spPr>
        <p:txBody>
          <a:bodyPr anchorCtr="0" anchor="t" bIns="34275" lIns="68575" spcFirstLastPara="1" rIns="68575" wrap="square" tIns="34275">
            <a:noAutofit/>
          </a:bodyPr>
          <a:lstStyle>
            <a:lvl1pPr indent="-228600" lvl="0" marL="457200" marR="0" rtl="0" algn="l">
              <a:lnSpc>
                <a:spcPct val="100000"/>
              </a:lnSpc>
              <a:spcBef>
                <a:spcPts val="0"/>
              </a:spcBef>
              <a:spcAft>
                <a:spcPts val="0"/>
              </a:spcAft>
              <a:buClr>
                <a:schemeClr val="accent3"/>
              </a:buClr>
              <a:buSzPts val="3600"/>
              <a:buFont typeface="Arial"/>
              <a:buNone/>
              <a:defRPr b="1" i="0" sz="3600" u="none" cap="none" strike="noStrike">
                <a:solidFill>
                  <a:schemeClr val="accent3"/>
                </a:solidFill>
                <a:latin typeface="Open Sans ExtraBold"/>
                <a:ea typeface="Open Sans ExtraBold"/>
                <a:cs typeface="Open Sans ExtraBold"/>
                <a:sym typeface="Open Sans ExtraBold"/>
              </a:defRPr>
            </a:lvl1pPr>
            <a:lvl2pPr indent="-228600" lvl="1" marL="914400" marR="0" rtl="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Open Sans"/>
                <a:ea typeface="Open Sans"/>
                <a:cs typeface="Open Sans"/>
                <a:sym typeface="Open Sans"/>
              </a:defRPr>
            </a:lvl2pPr>
            <a:lvl3pPr indent="-228600" lvl="2" marL="1371600" marR="0" rtl="0" algn="l">
              <a:lnSpc>
                <a:spcPct val="95000"/>
              </a:lnSpc>
              <a:spcBef>
                <a:spcPts val="400"/>
              </a:spcBef>
              <a:spcAft>
                <a:spcPts val="0"/>
              </a:spcAft>
              <a:buClr>
                <a:schemeClr val="dk1"/>
              </a:buClr>
              <a:buSzPts val="800"/>
              <a:buFont typeface="Open Sans"/>
              <a:buNone/>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298" name="Google Shape;298;p37"/>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sp>
        <p:nvSpPr>
          <p:cNvPr id="299" name="Google Shape;299;p37"/>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lvl1pPr lvl="0" algn="l">
              <a:lnSpc>
                <a:spcPct val="90000"/>
              </a:lnSpc>
              <a:spcBef>
                <a:spcPts val="0"/>
              </a:spcBef>
              <a:spcAft>
                <a:spcPts val="0"/>
              </a:spcAft>
              <a:buClr>
                <a:schemeClr val="dk1"/>
              </a:buClr>
              <a:buSzPts val="2100"/>
              <a:buFont typeface="Open Sans"/>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id="300" name="Google Shape;300;p37"/>
          <p:cNvPicPr preferRelativeResize="0"/>
          <p:nvPr/>
        </p:nvPicPr>
        <p:blipFill rotWithShape="1">
          <a:blip r:embed="rId3">
            <a:alphaModFix/>
          </a:blip>
          <a:srcRect b="0" l="8726" r="0" t="0"/>
          <a:stretch/>
        </p:blipFill>
        <p:spPr>
          <a:xfrm>
            <a:off x="0" y="282800"/>
            <a:ext cx="324275" cy="435525"/>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ntent Highlight Layout ">
  <p:cSld name="1_5 Content Highlight Layout ">
    <p:spTree>
      <p:nvGrpSpPr>
        <p:cNvPr id="301" name="Shape 301"/>
        <p:cNvGrpSpPr/>
        <p:nvPr/>
      </p:nvGrpSpPr>
      <p:grpSpPr>
        <a:xfrm>
          <a:off x="0" y="0"/>
          <a:ext cx="0" cy="0"/>
          <a:chOff x="0" y="0"/>
          <a:chExt cx="0" cy="0"/>
        </a:xfrm>
      </p:grpSpPr>
      <p:sp>
        <p:nvSpPr>
          <p:cNvPr id="302" name="Google Shape;302;p38"/>
          <p:cNvSpPr txBox="1"/>
          <p:nvPr/>
        </p:nvSpPr>
        <p:spPr>
          <a:xfrm>
            <a:off x="236762" y="4805319"/>
            <a:ext cx="4286400" cy="129000"/>
          </a:xfrm>
          <a:prstGeom prst="rect">
            <a:avLst/>
          </a:prstGeom>
          <a:noFill/>
          <a:ln>
            <a:noFill/>
          </a:ln>
        </p:spPr>
        <p:txBody>
          <a:bodyPr anchorCtr="0" anchor="b" bIns="25700" lIns="51425" spcFirstLastPara="1" rIns="51425" wrap="square" tIns="25700">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chemeClr val="dk1"/>
                </a:solidFill>
                <a:latin typeface="Open Sans"/>
                <a:ea typeface="Open Sans"/>
                <a:cs typeface="Open Sans"/>
                <a:sym typeface="Open Sans"/>
              </a:rPr>
              <a:t>Confidential and Proprietary. Do not distribute without Couchbase consent. © Couchbase </a:t>
            </a:r>
            <a:r>
              <a:rPr lang="en" sz="500">
                <a:solidFill>
                  <a:schemeClr val="dk1"/>
                </a:solidFill>
                <a:latin typeface="Open Sans"/>
                <a:ea typeface="Open Sans"/>
                <a:cs typeface="Open Sans"/>
                <a:sym typeface="Open Sans"/>
              </a:rPr>
              <a:t>2025</a:t>
            </a:r>
            <a:r>
              <a:rPr b="0" i="0" lang="en" sz="500" u="none" cap="none" strike="noStrike">
                <a:solidFill>
                  <a:schemeClr val="dk1"/>
                </a:solidFill>
                <a:latin typeface="Open Sans"/>
                <a:ea typeface="Open Sans"/>
                <a:cs typeface="Open Sans"/>
                <a:sym typeface="Open Sans"/>
              </a:rPr>
              <a:t>. All rights reserved. </a:t>
            </a:r>
            <a:endParaRPr b="0" i="0" sz="500" u="none" cap="none" strike="noStrike">
              <a:solidFill>
                <a:schemeClr val="dk1"/>
              </a:solidFill>
              <a:latin typeface="Open Sans"/>
              <a:ea typeface="Open Sans"/>
              <a:cs typeface="Open Sans"/>
              <a:sym typeface="Open Sans"/>
            </a:endParaRPr>
          </a:p>
        </p:txBody>
      </p:sp>
      <p:pic>
        <p:nvPicPr>
          <p:cNvPr id="303" name="Google Shape;303;p38"/>
          <p:cNvPicPr preferRelativeResize="0"/>
          <p:nvPr/>
        </p:nvPicPr>
        <p:blipFill rotWithShape="1">
          <a:blip r:embed="rId2">
            <a:alphaModFix/>
          </a:blip>
          <a:srcRect b="0" l="0" r="76885" t="0"/>
          <a:stretch/>
        </p:blipFill>
        <p:spPr>
          <a:xfrm>
            <a:off x="8611316" y="4747501"/>
            <a:ext cx="251817" cy="248342"/>
          </a:xfrm>
          <a:prstGeom prst="rect">
            <a:avLst/>
          </a:prstGeom>
          <a:noFill/>
          <a:ln>
            <a:noFill/>
          </a:ln>
        </p:spPr>
      </p:pic>
      <p:sp>
        <p:nvSpPr>
          <p:cNvPr id="304" name="Google Shape;304;p38"/>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sp>
        <p:nvSpPr>
          <p:cNvPr id="305" name="Google Shape;305;p38"/>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lvl1pPr lvl="0" algn="l">
              <a:lnSpc>
                <a:spcPct val="90000"/>
              </a:lnSpc>
              <a:spcBef>
                <a:spcPts val="0"/>
              </a:spcBef>
              <a:spcAft>
                <a:spcPts val="0"/>
              </a:spcAft>
              <a:buClr>
                <a:schemeClr val="dk1"/>
              </a:buClr>
              <a:buSzPts val="2100"/>
              <a:buFont typeface="Open Sans"/>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id="306" name="Google Shape;306;p38"/>
          <p:cNvPicPr preferRelativeResize="0"/>
          <p:nvPr/>
        </p:nvPicPr>
        <p:blipFill rotWithShape="1">
          <a:blip r:embed="rId3">
            <a:alphaModFix/>
          </a:blip>
          <a:srcRect b="0" l="8726" r="0" t="0"/>
          <a:stretch/>
        </p:blipFill>
        <p:spPr>
          <a:xfrm>
            <a:off x="0" y="282800"/>
            <a:ext cx="324275" cy="435525"/>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low Graphic">
  <p:cSld name="1_Flow Graphic">
    <p:spTree>
      <p:nvGrpSpPr>
        <p:cNvPr id="307" name="Shape 307"/>
        <p:cNvGrpSpPr/>
        <p:nvPr/>
      </p:nvGrpSpPr>
      <p:grpSpPr>
        <a:xfrm>
          <a:off x="0" y="0"/>
          <a:ext cx="0" cy="0"/>
          <a:chOff x="0" y="0"/>
          <a:chExt cx="0" cy="0"/>
        </a:xfrm>
      </p:grpSpPr>
      <p:sp>
        <p:nvSpPr>
          <p:cNvPr id="308" name="Google Shape;308;p39"/>
          <p:cNvSpPr txBox="1"/>
          <p:nvPr>
            <p:ph idx="1" type="body"/>
          </p:nvPr>
        </p:nvSpPr>
        <p:spPr>
          <a:xfrm>
            <a:off x="632423" y="3926539"/>
            <a:ext cx="2551649" cy="457049"/>
          </a:xfrm>
          <a:prstGeom prst="rect">
            <a:avLst/>
          </a:prstGeom>
          <a:noFill/>
          <a:ln>
            <a:noFill/>
          </a:ln>
        </p:spPr>
        <p:txBody>
          <a:bodyPr anchorCtr="0" anchor="t" bIns="20575" lIns="20575" spcFirstLastPara="1" rIns="20575" wrap="square" tIns="20575">
            <a:spAutoFit/>
          </a:bodyPr>
          <a:lstStyle>
            <a:lvl1pPr indent="-228600" lvl="0" marL="457200" marR="0" rtl="0" algn="ctr">
              <a:lnSpc>
                <a:spcPct val="90000"/>
              </a:lnSpc>
              <a:spcBef>
                <a:spcPts val="0"/>
              </a:spcBef>
              <a:spcAft>
                <a:spcPts val="0"/>
              </a:spcAft>
              <a:buClr>
                <a:schemeClr val="dk1"/>
              </a:buClr>
              <a:buSzPts val="1500"/>
              <a:buFont typeface="Arial"/>
              <a:buNone/>
              <a:defRPr b="0" i="0" sz="1500" u="none" cap="none" strike="noStrike">
                <a:solidFill>
                  <a:schemeClr val="dk1"/>
                </a:solidFill>
                <a:latin typeface="Open Sans"/>
                <a:ea typeface="Open Sans"/>
                <a:cs typeface="Open Sans"/>
                <a:sym typeface="Open Sans"/>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309" name="Google Shape;309;p39"/>
          <p:cNvSpPr txBox="1"/>
          <p:nvPr>
            <p:ph idx="2" type="body"/>
          </p:nvPr>
        </p:nvSpPr>
        <p:spPr>
          <a:xfrm>
            <a:off x="5966927" y="3926539"/>
            <a:ext cx="2551649" cy="457049"/>
          </a:xfrm>
          <a:prstGeom prst="rect">
            <a:avLst/>
          </a:prstGeom>
          <a:noFill/>
          <a:ln>
            <a:noFill/>
          </a:ln>
        </p:spPr>
        <p:txBody>
          <a:bodyPr anchorCtr="0" anchor="t" bIns="20575" lIns="20575" spcFirstLastPara="1" rIns="20575" wrap="square" tIns="20575">
            <a:spAutoFit/>
          </a:bodyPr>
          <a:lstStyle>
            <a:lvl1pPr indent="-228600" lvl="0" marL="457200" marR="0" rtl="0" algn="ctr">
              <a:lnSpc>
                <a:spcPct val="90000"/>
              </a:lnSpc>
              <a:spcBef>
                <a:spcPts val="0"/>
              </a:spcBef>
              <a:spcAft>
                <a:spcPts val="0"/>
              </a:spcAft>
              <a:buClr>
                <a:schemeClr val="dk1"/>
              </a:buClr>
              <a:buSzPts val="1500"/>
              <a:buFont typeface="Arial"/>
              <a:buNone/>
              <a:defRPr b="0" i="0" sz="1500" u="none" cap="none" strike="noStrike">
                <a:solidFill>
                  <a:schemeClr val="dk1"/>
                </a:solidFill>
                <a:latin typeface="Open Sans"/>
                <a:ea typeface="Open Sans"/>
                <a:cs typeface="Open Sans"/>
                <a:sym typeface="Open Sans"/>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310" name="Google Shape;310;p39"/>
          <p:cNvSpPr txBox="1"/>
          <p:nvPr>
            <p:ph idx="3" type="body"/>
          </p:nvPr>
        </p:nvSpPr>
        <p:spPr>
          <a:xfrm>
            <a:off x="3296176" y="3926539"/>
            <a:ext cx="2551649" cy="457049"/>
          </a:xfrm>
          <a:prstGeom prst="rect">
            <a:avLst/>
          </a:prstGeom>
          <a:noFill/>
          <a:ln>
            <a:noFill/>
          </a:ln>
        </p:spPr>
        <p:txBody>
          <a:bodyPr anchorCtr="0" anchor="t" bIns="20575" lIns="20575" spcFirstLastPara="1" rIns="20575" wrap="square" tIns="20575">
            <a:spAutoFit/>
          </a:bodyPr>
          <a:lstStyle>
            <a:lvl1pPr indent="-228600" lvl="0" marL="457200" marR="0" rtl="0" algn="ctr">
              <a:lnSpc>
                <a:spcPct val="90000"/>
              </a:lnSpc>
              <a:spcBef>
                <a:spcPts val="0"/>
              </a:spcBef>
              <a:spcAft>
                <a:spcPts val="0"/>
              </a:spcAft>
              <a:buClr>
                <a:schemeClr val="dk1"/>
              </a:buClr>
              <a:buSzPts val="1500"/>
              <a:buFont typeface="Arial"/>
              <a:buNone/>
              <a:defRPr b="0" i="0" sz="1500" u="none" cap="none" strike="noStrike">
                <a:solidFill>
                  <a:schemeClr val="dk1"/>
                </a:solidFill>
                <a:latin typeface="Open Sans"/>
                <a:ea typeface="Open Sans"/>
                <a:cs typeface="Open Sans"/>
                <a:sym typeface="Open Sans"/>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311" name="Google Shape;311;p39"/>
          <p:cNvSpPr/>
          <p:nvPr/>
        </p:nvSpPr>
        <p:spPr>
          <a:xfrm>
            <a:off x="2896376" y="2112521"/>
            <a:ext cx="691237" cy="82944"/>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Open Sans"/>
              <a:ea typeface="Open Sans"/>
              <a:cs typeface="Open Sans"/>
              <a:sym typeface="Open Sans"/>
            </a:endParaRPr>
          </a:p>
        </p:txBody>
      </p:sp>
      <p:sp>
        <p:nvSpPr>
          <p:cNvPr id="312" name="Google Shape;312;p39"/>
          <p:cNvSpPr txBox="1"/>
          <p:nvPr/>
        </p:nvSpPr>
        <p:spPr>
          <a:xfrm>
            <a:off x="236762" y="4805319"/>
            <a:ext cx="4286400" cy="129000"/>
          </a:xfrm>
          <a:prstGeom prst="rect">
            <a:avLst/>
          </a:prstGeom>
          <a:noFill/>
          <a:ln>
            <a:noFill/>
          </a:ln>
        </p:spPr>
        <p:txBody>
          <a:bodyPr anchorCtr="0" anchor="b" bIns="25700" lIns="51425" spcFirstLastPara="1" rIns="51425" wrap="square" tIns="25700">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chemeClr val="dk1"/>
                </a:solidFill>
                <a:latin typeface="Open Sans"/>
                <a:ea typeface="Open Sans"/>
                <a:cs typeface="Open Sans"/>
                <a:sym typeface="Open Sans"/>
              </a:rPr>
              <a:t>Confidential and Proprietary. Do not distribute without Couchbase consent. © Couchbase </a:t>
            </a:r>
            <a:r>
              <a:rPr lang="en" sz="500">
                <a:solidFill>
                  <a:schemeClr val="dk1"/>
                </a:solidFill>
                <a:latin typeface="Open Sans"/>
                <a:ea typeface="Open Sans"/>
                <a:cs typeface="Open Sans"/>
                <a:sym typeface="Open Sans"/>
              </a:rPr>
              <a:t>2025</a:t>
            </a:r>
            <a:r>
              <a:rPr b="0" i="0" lang="en" sz="500" u="none" cap="none" strike="noStrike">
                <a:solidFill>
                  <a:schemeClr val="dk1"/>
                </a:solidFill>
                <a:latin typeface="Open Sans"/>
                <a:ea typeface="Open Sans"/>
                <a:cs typeface="Open Sans"/>
                <a:sym typeface="Open Sans"/>
              </a:rPr>
              <a:t>. All rights reserved. </a:t>
            </a:r>
            <a:endParaRPr b="0" i="0" sz="500" u="none" cap="none" strike="noStrike">
              <a:solidFill>
                <a:schemeClr val="dk1"/>
              </a:solidFill>
              <a:latin typeface="Open Sans"/>
              <a:ea typeface="Open Sans"/>
              <a:cs typeface="Open Sans"/>
              <a:sym typeface="Open Sans"/>
            </a:endParaRPr>
          </a:p>
        </p:txBody>
      </p:sp>
      <p:pic>
        <p:nvPicPr>
          <p:cNvPr id="313" name="Google Shape;313;p39"/>
          <p:cNvPicPr preferRelativeResize="0"/>
          <p:nvPr/>
        </p:nvPicPr>
        <p:blipFill rotWithShape="1">
          <a:blip r:embed="rId2">
            <a:alphaModFix/>
          </a:blip>
          <a:srcRect b="0" l="0" r="76885" t="0"/>
          <a:stretch/>
        </p:blipFill>
        <p:spPr>
          <a:xfrm>
            <a:off x="8611316" y="4747501"/>
            <a:ext cx="251817" cy="248342"/>
          </a:xfrm>
          <a:prstGeom prst="rect">
            <a:avLst/>
          </a:prstGeom>
          <a:noFill/>
          <a:ln>
            <a:noFill/>
          </a:ln>
        </p:spPr>
      </p:pic>
      <p:sp>
        <p:nvSpPr>
          <p:cNvPr id="314" name="Google Shape;314;p39"/>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sp>
        <p:nvSpPr>
          <p:cNvPr id="315" name="Google Shape;315;p39"/>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lvl1pPr lvl="0" algn="l">
              <a:lnSpc>
                <a:spcPct val="90000"/>
              </a:lnSpc>
              <a:spcBef>
                <a:spcPts val="0"/>
              </a:spcBef>
              <a:spcAft>
                <a:spcPts val="0"/>
              </a:spcAft>
              <a:buClr>
                <a:schemeClr val="dk1"/>
              </a:buClr>
              <a:buSzPts val="2100"/>
              <a:buFont typeface="Open Sans"/>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id="316" name="Google Shape;316;p39"/>
          <p:cNvPicPr preferRelativeResize="0"/>
          <p:nvPr/>
        </p:nvPicPr>
        <p:blipFill rotWithShape="1">
          <a:blip r:embed="rId3">
            <a:alphaModFix/>
          </a:blip>
          <a:srcRect b="0" l="0" r="0" t="0"/>
          <a:stretch/>
        </p:blipFill>
        <p:spPr>
          <a:xfrm>
            <a:off x="632423" y="2293580"/>
            <a:ext cx="2551649" cy="1277029"/>
          </a:xfrm>
          <a:prstGeom prst="rect">
            <a:avLst/>
          </a:prstGeom>
          <a:noFill/>
          <a:ln>
            <a:noFill/>
          </a:ln>
        </p:spPr>
      </p:pic>
      <p:pic>
        <p:nvPicPr>
          <p:cNvPr id="317" name="Google Shape;317;p39"/>
          <p:cNvPicPr preferRelativeResize="0"/>
          <p:nvPr/>
        </p:nvPicPr>
        <p:blipFill rotWithShape="1">
          <a:blip r:embed="rId4">
            <a:alphaModFix/>
          </a:blip>
          <a:srcRect b="0" l="0" r="0" t="0"/>
          <a:stretch/>
        </p:blipFill>
        <p:spPr>
          <a:xfrm>
            <a:off x="1795086" y="3362636"/>
            <a:ext cx="212326" cy="457049"/>
          </a:xfrm>
          <a:prstGeom prst="rect">
            <a:avLst/>
          </a:prstGeom>
          <a:noFill/>
          <a:ln>
            <a:noFill/>
          </a:ln>
        </p:spPr>
      </p:pic>
      <p:pic>
        <p:nvPicPr>
          <p:cNvPr id="318" name="Google Shape;318;p39"/>
          <p:cNvPicPr preferRelativeResize="0"/>
          <p:nvPr/>
        </p:nvPicPr>
        <p:blipFill rotWithShape="1">
          <a:blip r:embed="rId3">
            <a:alphaModFix/>
          </a:blip>
          <a:srcRect b="0" l="0" r="0" t="0"/>
          <a:stretch/>
        </p:blipFill>
        <p:spPr>
          <a:xfrm>
            <a:off x="3296176" y="2293580"/>
            <a:ext cx="2551648" cy="1277029"/>
          </a:xfrm>
          <a:prstGeom prst="rect">
            <a:avLst/>
          </a:prstGeom>
          <a:noFill/>
          <a:ln>
            <a:noFill/>
          </a:ln>
        </p:spPr>
      </p:pic>
      <p:pic>
        <p:nvPicPr>
          <p:cNvPr id="319" name="Google Shape;319;p39"/>
          <p:cNvPicPr preferRelativeResize="0"/>
          <p:nvPr/>
        </p:nvPicPr>
        <p:blipFill rotWithShape="1">
          <a:blip r:embed="rId4">
            <a:alphaModFix/>
          </a:blip>
          <a:srcRect b="0" l="0" r="0" t="0"/>
          <a:stretch/>
        </p:blipFill>
        <p:spPr>
          <a:xfrm>
            <a:off x="4458839" y="3362636"/>
            <a:ext cx="212326" cy="457049"/>
          </a:xfrm>
          <a:prstGeom prst="rect">
            <a:avLst/>
          </a:prstGeom>
          <a:noFill/>
          <a:ln>
            <a:noFill/>
          </a:ln>
        </p:spPr>
      </p:pic>
      <p:pic>
        <p:nvPicPr>
          <p:cNvPr id="320" name="Google Shape;320;p39"/>
          <p:cNvPicPr preferRelativeResize="0"/>
          <p:nvPr/>
        </p:nvPicPr>
        <p:blipFill rotWithShape="1">
          <a:blip r:embed="rId3">
            <a:alphaModFix/>
          </a:blip>
          <a:srcRect b="0" l="0" r="0" t="0"/>
          <a:stretch/>
        </p:blipFill>
        <p:spPr>
          <a:xfrm>
            <a:off x="5964457" y="2309522"/>
            <a:ext cx="2551648" cy="1277029"/>
          </a:xfrm>
          <a:prstGeom prst="rect">
            <a:avLst/>
          </a:prstGeom>
          <a:noFill/>
          <a:ln>
            <a:noFill/>
          </a:ln>
        </p:spPr>
      </p:pic>
      <p:pic>
        <p:nvPicPr>
          <p:cNvPr id="321" name="Google Shape;321;p39"/>
          <p:cNvPicPr preferRelativeResize="0"/>
          <p:nvPr/>
        </p:nvPicPr>
        <p:blipFill rotWithShape="1">
          <a:blip r:embed="rId4">
            <a:alphaModFix/>
          </a:blip>
          <a:srcRect b="0" l="0" r="0" t="0"/>
          <a:stretch/>
        </p:blipFill>
        <p:spPr>
          <a:xfrm>
            <a:off x="7127119" y="3378579"/>
            <a:ext cx="212326" cy="457049"/>
          </a:xfrm>
          <a:prstGeom prst="rect">
            <a:avLst/>
          </a:prstGeom>
          <a:noFill/>
          <a:ln>
            <a:noFill/>
          </a:ln>
        </p:spPr>
      </p:pic>
      <p:sp>
        <p:nvSpPr>
          <p:cNvPr id="322" name="Google Shape;322;p39"/>
          <p:cNvSpPr/>
          <p:nvPr/>
        </p:nvSpPr>
        <p:spPr>
          <a:xfrm>
            <a:off x="920118" y="1248832"/>
            <a:ext cx="1976258" cy="1976258"/>
          </a:xfrm>
          <a:prstGeom prst="ellipse">
            <a:avLst/>
          </a:prstGeom>
          <a:noFill/>
          <a:ln cap="flat" cmpd="sng" w="98425">
            <a:solidFill>
              <a:schemeClr val="accent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323" name="Google Shape;323;p39"/>
          <p:cNvSpPr/>
          <p:nvPr/>
        </p:nvSpPr>
        <p:spPr>
          <a:xfrm>
            <a:off x="5554964" y="2112521"/>
            <a:ext cx="691237" cy="82944"/>
          </a:xfrm>
          <a:prstGeom prst="rect">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Open Sans"/>
              <a:ea typeface="Open Sans"/>
              <a:cs typeface="Open Sans"/>
              <a:sym typeface="Open Sans"/>
            </a:endParaRPr>
          </a:p>
        </p:txBody>
      </p:sp>
      <p:sp>
        <p:nvSpPr>
          <p:cNvPr id="324" name="Google Shape;324;p39"/>
          <p:cNvSpPr/>
          <p:nvPr/>
        </p:nvSpPr>
        <p:spPr>
          <a:xfrm>
            <a:off x="3587613" y="1248832"/>
            <a:ext cx="1976258" cy="1976258"/>
          </a:xfrm>
          <a:prstGeom prst="ellipse">
            <a:avLst/>
          </a:prstGeom>
          <a:noFill/>
          <a:ln cap="flat" cmpd="sng" w="98425">
            <a:solidFill>
              <a:schemeClr val="accent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325" name="Google Shape;325;p39"/>
          <p:cNvSpPr/>
          <p:nvPr/>
        </p:nvSpPr>
        <p:spPr>
          <a:xfrm>
            <a:off x="6258455" y="1248832"/>
            <a:ext cx="1976258" cy="1976258"/>
          </a:xfrm>
          <a:prstGeom prst="ellipse">
            <a:avLst/>
          </a:prstGeom>
          <a:noFill/>
          <a:ln cap="flat" cmpd="sng" w="98425">
            <a:solidFill>
              <a:schemeClr val="accent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p:txBody>
      </p:sp>
      <p:sp>
        <p:nvSpPr>
          <p:cNvPr id="326" name="Google Shape;326;p39"/>
          <p:cNvSpPr txBox="1"/>
          <p:nvPr>
            <p:ph idx="4" type="body"/>
          </p:nvPr>
        </p:nvSpPr>
        <p:spPr>
          <a:xfrm>
            <a:off x="938192" y="1469083"/>
            <a:ext cx="1634131" cy="862949"/>
          </a:xfrm>
          <a:prstGeom prst="rect">
            <a:avLst/>
          </a:prstGeom>
          <a:noFill/>
          <a:ln>
            <a:noFill/>
          </a:ln>
        </p:spPr>
        <p:txBody>
          <a:bodyPr anchorCtr="0" anchor="t" bIns="34275" lIns="68575" spcFirstLastPara="1" rIns="68575" wrap="square" tIns="34275">
            <a:noAutofit/>
          </a:bodyPr>
          <a:lstStyle>
            <a:lvl1pPr indent="-228600" lvl="0" marL="457200" marR="0" rtl="0" algn="ctr">
              <a:lnSpc>
                <a:spcPct val="100000"/>
              </a:lnSpc>
              <a:spcBef>
                <a:spcPts val="0"/>
              </a:spcBef>
              <a:spcAft>
                <a:spcPts val="0"/>
              </a:spcAft>
              <a:buClr>
                <a:schemeClr val="accent3"/>
              </a:buClr>
              <a:buSzPts val="3600"/>
              <a:buFont typeface="Arial"/>
              <a:buNone/>
              <a:defRPr b="1" i="0" sz="3400" u="none" cap="none" strike="noStrike">
                <a:solidFill>
                  <a:schemeClr val="dk1"/>
                </a:solidFill>
                <a:latin typeface="Open Sans ExtraBold"/>
                <a:ea typeface="Open Sans ExtraBold"/>
                <a:cs typeface="Open Sans ExtraBold"/>
                <a:sym typeface="Open Sans ExtraBold"/>
              </a:defRPr>
            </a:lvl1pPr>
            <a:lvl2pPr indent="-228600" lvl="1" marL="914400" marR="0" rtl="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Open Sans"/>
                <a:ea typeface="Open Sans"/>
                <a:cs typeface="Open Sans"/>
                <a:sym typeface="Open Sans"/>
              </a:defRPr>
            </a:lvl2pPr>
            <a:lvl3pPr indent="-228600" lvl="2" marL="1371600" marR="0" rtl="0" algn="l">
              <a:lnSpc>
                <a:spcPct val="95000"/>
              </a:lnSpc>
              <a:spcBef>
                <a:spcPts val="400"/>
              </a:spcBef>
              <a:spcAft>
                <a:spcPts val="0"/>
              </a:spcAft>
              <a:buClr>
                <a:schemeClr val="dk1"/>
              </a:buClr>
              <a:buSzPts val="800"/>
              <a:buFont typeface="Open Sans"/>
              <a:buNone/>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327" name="Google Shape;327;p39"/>
          <p:cNvSpPr txBox="1"/>
          <p:nvPr>
            <p:ph idx="5" type="body"/>
          </p:nvPr>
        </p:nvSpPr>
        <p:spPr>
          <a:xfrm>
            <a:off x="3743737" y="1469083"/>
            <a:ext cx="1634131" cy="862949"/>
          </a:xfrm>
          <a:prstGeom prst="rect">
            <a:avLst/>
          </a:prstGeom>
          <a:noFill/>
          <a:ln>
            <a:noFill/>
          </a:ln>
        </p:spPr>
        <p:txBody>
          <a:bodyPr anchorCtr="0" anchor="t" bIns="34275" lIns="68575" spcFirstLastPara="1" rIns="68575" wrap="square" tIns="34275">
            <a:noAutofit/>
          </a:bodyPr>
          <a:lstStyle>
            <a:lvl1pPr indent="-228600" lvl="0" marL="457200" marR="0" rtl="0" algn="ctr">
              <a:lnSpc>
                <a:spcPct val="100000"/>
              </a:lnSpc>
              <a:spcBef>
                <a:spcPts val="0"/>
              </a:spcBef>
              <a:spcAft>
                <a:spcPts val="0"/>
              </a:spcAft>
              <a:buClr>
                <a:schemeClr val="accent3"/>
              </a:buClr>
              <a:buSzPts val="3600"/>
              <a:buFont typeface="Arial"/>
              <a:buNone/>
              <a:defRPr b="1" i="0" sz="3400" u="none" cap="none" strike="noStrike">
                <a:solidFill>
                  <a:schemeClr val="dk1"/>
                </a:solidFill>
                <a:latin typeface="Open Sans ExtraBold"/>
                <a:ea typeface="Open Sans ExtraBold"/>
                <a:cs typeface="Open Sans ExtraBold"/>
                <a:sym typeface="Open Sans ExtraBold"/>
              </a:defRPr>
            </a:lvl1pPr>
            <a:lvl2pPr indent="-228600" lvl="1" marL="914400" marR="0" rtl="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Open Sans"/>
                <a:ea typeface="Open Sans"/>
                <a:cs typeface="Open Sans"/>
                <a:sym typeface="Open Sans"/>
              </a:defRPr>
            </a:lvl2pPr>
            <a:lvl3pPr indent="-228600" lvl="2" marL="1371600" marR="0" rtl="0" algn="l">
              <a:lnSpc>
                <a:spcPct val="95000"/>
              </a:lnSpc>
              <a:spcBef>
                <a:spcPts val="400"/>
              </a:spcBef>
              <a:spcAft>
                <a:spcPts val="0"/>
              </a:spcAft>
              <a:buClr>
                <a:schemeClr val="dk1"/>
              </a:buClr>
              <a:buSzPts val="800"/>
              <a:buFont typeface="Open Sans"/>
              <a:buNone/>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328" name="Google Shape;328;p39"/>
          <p:cNvSpPr txBox="1"/>
          <p:nvPr>
            <p:ph idx="6" type="body"/>
          </p:nvPr>
        </p:nvSpPr>
        <p:spPr>
          <a:xfrm>
            <a:off x="6406778" y="1469083"/>
            <a:ext cx="1634131" cy="862949"/>
          </a:xfrm>
          <a:prstGeom prst="rect">
            <a:avLst/>
          </a:prstGeom>
          <a:noFill/>
          <a:ln>
            <a:noFill/>
          </a:ln>
        </p:spPr>
        <p:txBody>
          <a:bodyPr anchorCtr="0" anchor="t" bIns="34275" lIns="68575" spcFirstLastPara="1" rIns="68575" wrap="square" tIns="34275">
            <a:noAutofit/>
          </a:bodyPr>
          <a:lstStyle>
            <a:lvl1pPr indent="-228600" lvl="0" marL="457200" marR="0" rtl="0" algn="ctr">
              <a:lnSpc>
                <a:spcPct val="100000"/>
              </a:lnSpc>
              <a:spcBef>
                <a:spcPts val="0"/>
              </a:spcBef>
              <a:spcAft>
                <a:spcPts val="0"/>
              </a:spcAft>
              <a:buClr>
                <a:schemeClr val="accent3"/>
              </a:buClr>
              <a:buSzPts val="3600"/>
              <a:buFont typeface="Arial"/>
              <a:buNone/>
              <a:defRPr b="1" i="0" sz="3400" u="none" cap="none" strike="noStrike">
                <a:solidFill>
                  <a:schemeClr val="dk1"/>
                </a:solidFill>
                <a:latin typeface="Open Sans ExtraBold"/>
                <a:ea typeface="Open Sans ExtraBold"/>
                <a:cs typeface="Open Sans ExtraBold"/>
                <a:sym typeface="Open Sans ExtraBold"/>
              </a:defRPr>
            </a:lvl1pPr>
            <a:lvl2pPr indent="-228600" lvl="1" marL="914400" marR="0" rtl="0" algn="l">
              <a:lnSpc>
                <a:spcPct val="100000"/>
              </a:lnSpc>
              <a:spcBef>
                <a:spcPts val="0"/>
              </a:spcBef>
              <a:spcAft>
                <a:spcPts val="0"/>
              </a:spcAft>
              <a:buClr>
                <a:schemeClr val="dk1"/>
              </a:buClr>
              <a:buSzPts val="1400"/>
              <a:buFont typeface="Arial"/>
              <a:buNone/>
              <a:defRPr b="0" i="0" sz="1400" u="none" cap="none" strike="noStrike">
                <a:solidFill>
                  <a:schemeClr val="dk1"/>
                </a:solidFill>
                <a:latin typeface="Open Sans"/>
                <a:ea typeface="Open Sans"/>
                <a:cs typeface="Open Sans"/>
                <a:sym typeface="Open Sans"/>
              </a:defRPr>
            </a:lvl2pPr>
            <a:lvl3pPr indent="-228600" lvl="2" marL="1371600" marR="0" rtl="0" algn="l">
              <a:lnSpc>
                <a:spcPct val="95000"/>
              </a:lnSpc>
              <a:spcBef>
                <a:spcPts val="400"/>
              </a:spcBef>
              <a:spcAft>
                <a:spcPts val="0"/>
              </a:spcAft>
              <a:buClr>
                <a:schemeClr val="dk1"/>
              </a:buClr>
              <a:buSzPts val="800"/>
              <a:buFont typeface="Open Sans"/>
              <a:buNone/>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pic>
        <p:nvPicPr>
          <p:cNvPr id="329" name="Google Shape;329;p39"/>
          <p:cNvPicPr preferRelativeResize="0"/>
          <p:nvPr/>
        </p:nvPicPr>
        <p:blipFill rotWithShape="1">
          <a:blip r:embed="rId5">
            <a:alphaModFix/>
          </a:blip>
          <a:srcRect b="0" l="8726" r="0" t="0"/>
          <a:stretch/>
        </p:blipFill>
        <p:spPr>
          <a:xfrm>
            <a:off x="0" y="282800"/>
            <a:ext cx="324275" cy="435525"/>
          </a:xfrm>
          <a:prstGeom prst="rect">
            <a:avLst/>
          </a:prstGeom>
          <a:noFill/>
          <a:ln>
            <a:noFill/>
          </a:ln>
        </p:spPr>
      </p:pic>
    </p:spTree>
  </p:cSld>
  <p:clrMapOvr>
    <a:masterClrMapping/>
  </p:clrMapOvr>
  <p:extLst>
    <p:ext uri="{DCECCB84-F9BA-43D5-87BE-67443E8EF086}">
      <p15:sldGuideLst>
        <p15:guide id="1" pos="180">
          <p15:clr>
            <a:srgbClr val="5ACBF0"/>
          </p15:clr>
        </p15:guide>
        <p15:guide id="2" pos="5580">
          <p15:clr>
            <a:srgbClr val="5ACBF0"/>
          </p15:clr>
        </p15:guide>
        <p15:guide id="3" orient="horz" pos="756">
          <p15:clr>
            <a:srgbClr val="5ACBF0"/>
          </p15:clr>
        </p15:guide>
        <p15:guide id="4" orient="horz" pos="2916">
          <p15:clr>
            <a:srgbClr val="5ACBF0"/>
          </p15:clr>
        </p15:guide>
        <p15:guide id="5" orient="horz" pos="3068">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ecute the Plan">
  <p:cSld name="Execute the Plan">
    <p:spTree>
      <p:nvGrpSpPr>
        <p:cNvPr id="330" name="Shape 330"/>
        <p:cNvGrpSpPr/>
        <p:nvPr/>
      </p:nvGrpSpPr>
      <p:grpSpPr>
        <a:xfrm>
          <a:off x="0" y="0"/>
          <a:ext cx="0" cy="0"/>
          <a:chOff x="0" y="0"/>
          <a:chExt cx="0" cy="0"/>
        </a:xfrm>
      </p:grpSpPr>
      <p:sp>
        <p:nvSpPr>
          <p:cNvPr id="331" name="Google Shape;331;p40"/>
          <p:cNvSpPr txBox="1"/>
          <p:nvPr>
            <p:ph idx="1" type="body"/>
          </p:nvPr>
        </p:nvSpPr>
        <p:spPr>
          <a:xfrm>
            <a:off x="1200666" y="2171451"/>
            <a:ext cx="1600430" cy="1397826"/>
          </a:xfrm>
          <a:prstGeom prst="rect">
            <a:avLst/>
          </a:prstGeom>
          <a:noFill/>
          <a:ln>
            <a:noFill/>
          </a:ln>
        </p:spPr>
        <p:txBody>
          <a:bodyPr anchorCtr="0" anchor="ctr" bIns="68575" lIns="68575" spcFirstLastPara="1" rIns="68575" wrap="square" tIns="68575">
            <a:noAutofit/>
          </a:bodyPr>
          <a:lstStyle>
            <a:lvl1pPr indent="-228600" lvl="0" marL="457200" marR="0" rtl="0" algn="ctr">
              <a:lnSpc>
                <a:spcPct val="95000"/>
              </a:lnSpc>
              <a:spcBef>
                <a:spcPts val="0"/>
              </a:spcBef>
              <a:spcAft>
                <a:spcPts val="0"/>
              </a:spcAft>
              <a:buClr>
                <a:schemeClr val="dk1"/>
              </a:buClr>
              <a:buSzPts val="1500"/>
              <a:buFont typeface="Arial"/>
              <a:buNone/>
              <a:defRPr b="1" i="0" sz="1500" u="none" cap="none" strike="noStrike">
                <a:solidFill>
                  <a:schemeClr val="dk1"/>
                </a:solidFill>
                <a:latin typeface="Open Sans ExtraBold"/>
                <a:ea typeface="Open Sans ExtraBold"/>
                <a:cs typeface="Open Sans ExtraBold"/>
                <a:sym typeface="Open Sans ExtraBold"/>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332" name="Google Shape;332;p40"/>
          <p:cNvSpPr txBox="1"/>
          <p:nvPr>
            <p:ph idx="2" type="body"/>
          </p:nvPr>
        </p:nvSpPr>
        <p:spPr>
          <a:xfrm>
            <a:off x="4628825" y="2171451"/>
            <a:ext cx="1600429" cy="1397826"/>
          </a:xfrm>
          <a:prstGeom prst="rect">
            <a:avLst/>
          </a:prstGeom>
          <a:noFill/>
          <a:ln>
            <a:noFill/>
          </a:ln>
        </p:spPr>
        <p:txBody>
          <a:bodyPr anchorCtr="0" anchor="ctr" bIns="68575" lIns="68575" spcFirstLastPara="1" rIns="68575" wrap="square" tIns="68575">
            <a:noAutofit/>
          </a:bodyPr>
          <a:lstStyle>
            <a:lvl1pPr indent="-228600" lvl="0" marL="457200" marR="0" rtl="0" algn="ctr">
              <a:lnSpc>
                <a:spcPct val="95000"/>
              </a:lnSpc>
              <a:spcBef>
                <a:spcPts val="800"/>
              </a:spcBef>
              <a:spcAft>
                <a:spcPts val="0"/>
              </a:spcAft>
              <a:buClr>
                <a:schemeClr val="dk1"/>
              </a:buClr>
              <a:buSzPts val="1500"/>
              <a:buFont typeface="Arial"/>
              <a:buNone/>
              <a:defRPr b="1" i="0" sz="1500" u="none" cap="none" strike="noStrike">
                <a:solidFill>
                  <a:schemeClr val="dk1"/>
                </a:solidFill>
                <a:latin typeface="Open Sans ExtraBold"/>
                <a:ea typeface="Open Sans ExtraBold"/>
                <a:cs typeface="Open Sans ExtraBold"/>
                <a:sym typeface="Open Sans ExtraBold"/>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333" name="Google Shape;333;p40"/>
          <p:cNvSpPr txBox="1"/>
          <p:nvPr>
            <p:ph idx="3" type="body"/>
          </p:nvPr>
        </p:nvSpPr>
        <p:spPr>
          <a:xfrm>
            <a:off x="2914745" y="2171451"/>
            <a:ext cx="1600429" cy="1397826"/>
          </a:xfrm>
          <a:prstGeom prst="rect">
            <a:avLst/>
          </a:prstGeom>
          <a:noFill/>
          <a:ln>
            <a:noFill/>
          </a:ln>
        </p:spPr>
        <p:txBody>
          <a:bodyPr anchorCtr="0" anchor="ctr" bIns="68575" lIns="68575" spcFirstLastPara="1" rIns="68575" wrap="square" tIns="68575">
            <a:noAutofit/>
          </a:bodyPr>
          <a:lstStyle>
            <a:lvl1pPr indent="-228600" lvl="0" marL="457200" marR="0" rtl="0" algn="ctr">
              <a:lnSpc>
                <a:spcPct val="95000"/>
              </a:lnSpc>
              <a:spcBef>
                <a:spcPts val="800"/>
              </a:spcBef>
              <a:spcAft>
                <a:spcPts val="0"/>
              </a:spcAft>
              <a:buClr>
                <a:schemeClr val="dk1"/>
              </a:buClr>
              <a:buSzPts val="1500"/>
              <a:buFont typeface="Arial"/>
              <a:buNone/>
              <a:defRPr b="1" i="0" sz="1500" u="none" cap="none" strike="noStrike">
                <a:solidFill>
                  <a:schemeClr val="dk1"/>
                </a:solidFill>
                <a:latin typeface="Open Sans ExtraBold"/>
                <a:ea typeface="Open Sans ExtraBold"/>
                <a:cs typeface="Open Sans ExtraBold"/>
                <a:sym typeface="Open Sans ExtraBold"/>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334" name="Google Shape;334;p40"/>
          <p:cNvSpPr txBox="1"/>
          <p:nvPr>
            <p:ph idx="4" type="body"/>
          </p:nvPr>
        </p:nvSpPr>
        <p:spPr>
          <a:xfrm>
            <a:off x="6342904" y="2171451"/>
            <a:ext cx="1600429" cy="1397826"/>
          </a:xfrm>
          <a:prstGeom prst="rect">
            <a:avLst/>
          </a:prstGeom>
          <a:noFill/>
          <a:ln>
            <a:noFill/>
          </a:ln>
        </p:spPr>
        <p:txBody>
          <a:bodyPr anchorCtr="0" anchor="ctr" bIns="68575" lIns="68575" spcFirstLastPara="1" rIns="68575" wrap="square" tIns="68575">
            <a:noAutofit/>
          </a:bodyPr>
          <a:lstStyle>
            <a:lvl1pPr indent="-228600" lvl="0" marL="457200" marR="0" rtl="0" algn="ctr">
              <a:lnSpc>
                <a:spcPct val="95000"/>
              </a:lnSpc>
              <a:spcBef>
                <a:spcPts val="800"/>
              </a:spcBef>
              <a:spcAft>
                <a:spcPts val="0"/>
              </a:spcAft>
              <a:buClr>
                <a:schemeClr val="dk1"/>
              </a:buClr>
              <a:buSzPts val="1500"/>
              <a:buFont typeface="Arial"/>
              <a:buNone/>
              <a:defRPr b="1" i="0" sz="1500" u="none" cap="none" strike="noStrike">
                <a:solidFill>
                  <a:schemeClr val="dk1"/>
                </a:solidFill>
                <a:latin typeface="Open Sans ExtraBold"/>
                <a:ea typeface="Open Sans ExtraBold"/>
                <a:cs typeface="Open Sans ExtraBold"/>
                <a:sym typeface="Open Sans ExtraBold"/>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335" name="Google Shape;335;p40"/>
          <p:cNvSpPr txBox="1"/>
          <p:nvPr>
            <p:ph idx="5" type="body"/>
          </p:nvPr>
        </p:nvSpPr>
        <p:spPr>
          <a:xfrm>
            <a:off x="1200666" y="3916263"/>
            <a:ext cx="6742668" cy="414671"/>
          </a:xfrm>
          <a:prstGeom prst="rect">
            <a:avLst/>
          </a:prstGeom>
          <a:noFill/>
          <a:ln>
            <a:noFill/>
          </a:ln>
        </p:spPr>
        <p:txBody>
          <a:bodyPr anchorCtr="0" anchor="ctr" bIns="68575" lIns="68575" spcFirstLastPara="1" rIns="68575" wrap="square" tIns="68575">
            <a:noAutofit/>
          </a:bodyPr>
          <a:lstStyle>
            <a:lvl1pPr indent="-228600" lvl="0" marL="457200" marR="0" rtl="0" algn="ctr">
              <a:lnSpc>
                <a:spcPct val="95000"/>
              </a:lnSpc>
              <a:spcBef>
                <a:spcPts val="0"/>
              </a:spcBef>
              <a:spcAft>
                <a:spcPts val="0"/>
              </a:spcAft>
              <a:buClr>
                <a:schemeClr val="dk2"/>
              </a:buClr>
              <a:buSzPts val="1500"/>
              <a:buFont typeface="Arial"/>
              <a:buNone/>
              <a:defRPr b="1" i="0" sz="1500" u="none" cap="none" strike="noStrike">
                <a:solidFill>
                  <a:schemeClr val="dk2"/>
                </a:solidFill>
                <a:latin typeface="Open Sans ExtraBold"/>
                <a:ea typeface="Open Sans ExtraBold"/>
                <a:cs typeface="Open Sans ExtraBold"/>
                <a:sym typeface="Open Sans ExtraBold"/>
              </a:defRPr>
            </a:lvl1pPr>
            <a:lvl2pPr indent="-285750" lvl="1" marL="914400" marR="0" rtl="0" algn="l">
              <a:lnSpc>
                <a:spcPct val="95000"/>
              </a:lnSpc>
              <a:spcBef>
                <a:spcPts val="400"/>
              </a:spcBef>
              <a:spcAft>
                <a:spcPts val="0"/>
              </a:spcAft>
              <a:buClr>
                <a:schemeClr val="dk1"/>
              </a:buClr>
              <a:buSzPts val="900"/>
              <a:buFont typeface="Arial"/>
              <a:buChar char="•"/>
              <a:defRPr b="0" i="0" sz="900" u="none" cap="none" strike="noStrike">
                <a:solidFill>
                  <a:schemeClr val="dk1"/>
                </a:solidFill>
                <a:latin typeface="Open Sans"/>
                <a:ea typeface="Open Sans"/>
                <a:cs typeface="Open Sans"/>
                <a:sym typeface="Open Sans"/>
              </a:defRPr>
            </a:lvl2pPr>
            <a:lvl3pPr indent="-279400" lvl="2" marL="1371600" marR="0" rtl="0" algn="l">
              <a:lnSpc>
                <a:spcPct val="95000"/>
              </a:lnSpc>
              <a:spcBef>
                <a:spcPts val="400"/>
              </a:spcBef>
              <a:spcAft>
                <a:spcPts val="0"/>
              </a:spcAft>
              <a:buClr>
                <a:schemeClr val="dk1"/>
              </a:buClr>
              <a:buSzPts val="800"/>
              <a:buFont typeface="Open Sans"/>
              <a:buChar char="–"/>
              <a:defRPr b="0" i="0" sz="800" u="none" cap="none" strike="noStrike">
                <a:solidFill>
                  <a:schemeClr val="dk1"/>
                </a:solidFill>
                <a:latin typeface="Open Sans"/>
                <a:ea typeface="Open Sans"/>
                <a:cs typeface="Open Sans"/>
                <a:sym typeface="Open Sans"/>
              </a:defRPr>
            </a:lvl3pPr>
            <a:lvl4pPr indent="-279400" lvl="3" marL="18288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4pPr>
            <a:lvl5pPr indent="-279400" lvl="4" marL="2286000" marR="0" rtl="0" algn="l">
              <a:lnSpc>
                <a:spcPct val="95000"/>
              </a:lnSpc>
              <a:spcBef>
                <a:spcPts val="400"/>
              </a:spcBef>
              <a:spcAft>
                <a:spcPts val="0"/>
              </a:spcAft>
              <a:buClr>
                <a:schemeClr val="dk1"/>
              </a:buClr>
              <a:buSzPts val="800"/>
              <a:buFont typeface="Arial"/>
              <a:buChar char="•"/>
              <a:defRPr b="0" i="0" sz="800" u="none" cap="none" strike="noStrike">
                <a:solidFill>
                  <a:schemeClr val="dk1"/>
                </a:solidFill>
                <a:latin typeface="Open Sans"/>
                <a:ea typeface="Open Sans"/>
                <a:cs typeface="Open Sans"/>
                <a:sym typeface="Open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Open Sans"/>
                <a:ea typeface="Open Sans"/>
                <a:cs typeface="Open Sans"/>
                <a:sym typeface="Open Sans"/>
              </a:defRPr>
            </a:lvl9pPr>
          </a:lstStyle>
          <a:p/>
        </p:txBody>
      </p:sp>
      <p:sp>
        <p:nvSpPr>
          <p:cNvPr id="336" name="Google Shape;336;p40"/>
          <p:cNvSpPr/>
          <p:nvPr/>
        </p:nvSpPr>
        <p:spPr>
          <a:xfrm>
            <a:off x="1573718" y="1208438"/>
            <a:ext cx="854325" cy="854325"/>
          </a:xfrm>
          <a:prstGeom prst="ellipse">
            <a:avLst/>
          </a:prstGeom>
          <a:solidFill>
            <a:schemeClr val="accent3"/>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2300"/>
              <a:buFont typeface="Arial"/>
              <a:buNone/>
            </a:pPr>
            <a:r>
              <a:rPr b="1" i="0" lang="en" sz="2300" u="none" cap="none" strike="noStrike">
                <a:solidFill>
                  <a:schemeClr val="lt1"/>
                </a:solidFill>
                <a:latin typeface="Open Sans ExtraBold"/>
                <a:ea typeface="Open Sans ExtraBold"/>
                <a:cs typeface="Open Sans ExtraBold"/>
                <a:sym typeface="Open Sans ExtraBold"/>
              </a:rPr>
              <a:t>1</a:t>
            </a:r>
            <a:endParaRPr b="1" i="0" sz="2300" u="none" cap="none" strike="noStrike">
              <a:solidFill>
                <a:schemeClr val="lt1"/>
              </a:solidFill>
              <a:latin typeface="Open Sans ExtraBold"/>
              <a:ea typeface="Open Sans ExtraBold"/>
              <a:cs typeface="Open Sans ExtraBold"/>
              <a:sym typeface="Open Sans ExtraBold"/>
            </a:endParaRPr>
          </a:p>
        </p:txBody>
      </p:sp>
      <p:sp>
        <p:nvSpPr>
          <p:cNvPr id="337" name="Google Shape;337;p40"/>
          <p:cNvSpPr/>
          <p:nvPr/>
        </p:nvSpPr>
        <p:spPr>
          <a:xfrm>
            <a:off x="3287798" y="1208438"/>
            <a:ext cx="854325" cy="854325"/>
          </a:xfrm>
          <a:prstGeom prst="ellipse">
            <a:avLst/>
          </a:prstGeom>
          <a:solidFill>
            <a:schemeClr val="accent3"/>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2300"/>
              <a:buFont typeface="Arial"/>
              <a:buNone/>
            </a:pPr>
            <a:r>
              <a:rPr b="1" i="0" lang="en" sz="2300" u="none" cap="none" strike="noStrike">
                <a:solidFill>
                  <a:schemeClr val="lt1"/>
                </a:solidFill>
                <a:latin typeface="Open Sans ExtraBold"/>
                <a:ea typeface="Open Sans ExtraBold"/>
                <a:cs typeface="Open Sans ExtraBold"/>
                <a:sym typeface="Open Sans ExtraBold"/>
              </a:rPr>
              <a:t>2</a:t>
            </a:r>
            <a:endParaRPr b="1" i="0" sz="2300" u="none" cap="none" strike="noStrike">
              <a:solidFill>
                <a:schemeClr val="lt1"/>
              </a:solidFill>
              <a:latin typeface="Open Sans ExtraBold"/>
              <a:ea typeface="Open Sans ExtraBold"/>
              <a:cs typeface="Open Sans ExtraBold"/>
              <a:sym typeface="Open Sans ExtraBold"/>
            </a:endParaRPr>
          </a:p>
        </p:txBody>
      </p:sp>
      <p:sp>
        <p:nvSpPr>
          <p:cNvPr id="338" name="Google Shape;338;p40"/>
          <p:cNvSpPr/>
          <p:nvPr/>
        </p:nvSpPr>
        <p:spPr>
          <a:xfrm>
            <a:off x="5001877" y="1208438"/>
            <a:ext cx="854325" cy="854325"/>
          </a:xfrm>
          <a:prstGeom prst="ellipse">
            <a:avLst/>
          </a:prstGeom>
          <a:solidFill>
            <a:schemeClr val="accent3"/>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2300"/>
              <a:buFont typeface="Arial"/>
              <a:buNone/>
            </a:pPr>
            <a:r>
              <a:rPr b="1" i="0" lang="en" sz="2300" u="none" cap="none" strike="noStrike">
                <a:solidFill>
                  <a:schemeClr val="lt1"/>
                </a:solidFill>
                <a:latin typeface="Open Sans ExtraBold"/>
                <a:ea typeface="Open Sans ExtraBold"/>
                <a:cs typeface="Open Sans ExtraBold"/>
                <a:sym typeface="Open Sans ExtraBold"/>
              </a:rPr>
              <a:t>3</a:t>
            </a:r>
            <a:endParaRPr b="1" i="0" sz="2300" u="none" cap="none" strike="noStrike">
              <a:solidFill>
                <a:schemeClr val="lt1"/>
              </a:solidFill>
              <a:latin typeface="Open Sans ExtraBold"/>
              <a:ea typeface="Open Sans ExtraBold"/>
              <a:cs typeface="Open Sans ExtraBold"/>
              <a:sym typeface="Open Sans ExtraBold"/>
            </a:endParaRPr>
          </a:p>
        </p:txBody>
      </p:sp>
      <p:sp>
        <p:nvSpPr>
          <p:cNvPr id="339" name="Google Shape;339;p40"/>
          <p:cNvSpPr/>
          <p:nvPr/>
        </p:nvSpPr>
        <p:spPr>
          <a:xfrm>
            <a:off x="6715956" y="1208438"/>
            <a:ext cx="854325" cy="854325"/>
          </a:xfrm>
          <a:prstGeom prst="ellipse">
            <a:avLst/>
          </a:prstGeom>
          <a:solidFill>
            <a:schemeClr val="accent3"/>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2300"/>
              <a:buFont typeface="Arial"/>
              <a:buNone/>
            </a:pPr>
            <a:r>
              <a:rPr b="1" i="0" lang="en" sz="2300" u="none" cap="none" strike="noStrike">
                <a:solidFill>
                  <a:schemeClr val="lt1"/>
                </a:solidFill>
                <a:latin typeface="Open Sans ExtraBold"/>
                <a:ea typeface="Open Sans ExtraBold"/>
                <a:cs typeface="Open Sans ExtraBold"/>
                <a:sym typeface="Open Sans ExtraBold"/>
              </a:rPr>
              <a:t>4</a:t>
            </a:r>
            <a:endParaRPr b="1" i="0" sz="2300" u="none" cap="none" strike="noStrike">
              <a:solidFill>
                <a:schemeClr val="lt1"/>
              </a:solidFill>
              <a:latin typeface="Open Sans ExtraBold"/>
              <a:ea typeface="Open Sans ExtraBold"/>
              <a:cs typeface="Open Sans ExtraBold"/>
              <a:sym typeface="Open Sans ExtraBold"/>
            </a:endParaRPr>
          </a:p>
        </p:txBody>
      </p:sp>
      <p:sp>
        <p:nvSpPr>
          <p:cNvPr id="340" name="Google Shape;340;p40"/>
          <p:cNvSpPr txBox="1"/>
          <p:nvPr/>
        </p:nvSpPr>
        <p:spPr>
          <a:xfrm>
            <a:off x="236762" y="4805319"/>
            <a:ext cx="4286400" cy="129000"/>
          </a:xfrm>
          <a:prstGeom prst="rect">
            <a:avLst/>
          </a:prstGeom>
          <a:noFill/>
          <a:ln>
            <a:noFill/>
          </a:ln>
        </p:spPr>
        <p:txBody>
          <a:bodyPr anchorCtr="0" anchor="b" bIns="25700" lIns="51425" spcFirstLastPara="1" rIns="51425" wrap="square" tIns="25700">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chemeClr val="dk1"/>
                </a:solidFill>
                <a:latin typeface="Open Sans"/>
                <a:ea typeface="Open Sans"/>
                <a:cs typeface="Open Sans"/>
                <a:sym typeface="Open Sans"/>
              </a:rPr>
              <a:t>Confidential and Proprietary. Do not distribute without Couchbase consent. © Couchbase </a:t>
            </a:r>
            <a:r>
              <a:rPr lang="en" sz="500">
                <a:solidFill>
                  <a:schemeClr val="dk1"/>
                </a:solidFill>
                <a:latin typeface="Open Sans"/>
                <a:ea typeface="Open Sans"/>
                <a:cs typeface="Open Sans"/>
                <a:sym typeface="Open Sans"/>
              </a:rPr>
              <a:t>2025</a:t>
            </a:r>
            <a:r>
              <a:rPr b="0" i="0" lang="en" sz="500" u="none" cap="none" strike="noStrike">
                <a:solidFill>
                  <a:schemeClr val="dk1"/>
                </a:solidFill>
                <a:latin typeface="Open Sans"/>
                <a:ea typeface="Open Sans"/>
                <a:cs typeface="Open Sans"/>
                <a:sym typeface="Open Sans"/>
              </a:rPr>
              <a:t>. All rights reserved. </a:t>
            </a:r>
            <a:endParaRPr b="0" i="0" sz="500" u="none" cap="none" strike="noStrike">
              <a:solidFill>
                <a:schemeClr val="dk1"/>
              </a:solidFill>
              <a:latin typeface="Open Sans"/>
              <a:ea typeface="Open Sans"/>
              <a:cs typeface="Open Sans"/>
              <a:sym typeface="Open Sans"/>
            </a:endParaRPr>
          </a:p>
        </p:txBody>
      </p:sp>
      <p:pic>
        <p:nvPicPr>
          <p:cNvPr id="341" name="Google Shape;341;p40"/>
          <p:cNvPicPr preferRelativeResize="0"/>
          <p:nvPr/>
        </p:nvPicPr>
        <p:blipFill rotWithShape="1">
          <a:blip r:embed="rId2">
            <a:alphaModFix/>
          </a:blip>
          <a:srcRect b="0" l="0" r="76885" t="0"/>
          <a:stretch/>
        </p:blipFill>
        <p:spPr>
          <a:xfrm>
            <a:off x="8611316" y="4747501"/>
            <a:ext cx="251817" cy="248342"/>
          </a:xfrm>
          <a:prstGeom prst="rect">
            <a:avLst/>
          </a:prstGeom>
          <a:noFill/>
          <a:ln>
            <a:noFill/>
          </a:ln>
        </p:spPr>
      </p:pic>
      <p:cxnSp>
        <p:nvCxnSpPr>
          <p:cNvPr id="342" name="Google Shape;342;p40"/>
          <p:cNvCxnSpPr/>
          <p:nvPr/>
        </p:nvCxnSpPr>
        <p:spPr>
          <a:xfrm>
            <a:off x="1201293" y="3735288"/>
            <a:ext cx="6741414" cy="0"/>
          </a:xfrm>
          <a:prstGeom prst="straightConnector1">
            <a:avLst/>
          </a:prstGeom>
          <a:noFill/>
          <a:ln cap="flat" cmpd="sng" w="9525">
            <a:solidFill>
              <a:schemeClr val="accent3"/>
            </a:solidFill>
            <a:prstDash val="solid"/>
            <a:miter lim="800000"/>
            <a:headEnd len="sm" w="sm" type="none"/>
            <a:tailEnd len="sm" w="sm" type="none"/>
          </a:ln>
        </p:spPr>
      </p:cxnSp>
      <p:sp>
        <p:nvSpPr>
          <p:cNvPr id="343" name="Google Shape;343;p40"/>
          <p:cNvSpPr/>
          <p:nvPr/>
        </p:nvSpPr>
        <p:spPr>
          <a:xfrm>
            <a:off x="2698160" y="1553773"/>
            <a:ext cx="319520" cy="163657"/>
          </a:xfrm>
          <a:prstGeom prst="rightArrow">
            <a:avLst>
              <a:gd fmla="val 50000" name="adj1"/>
              <a:gd fmla="val 50000" name="adj2"/>
            </a:avLst>
          </a:prstGeom>
          <a:solidFill>
            <a:srgbClr val="BFBFB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pen Sans"/>
              <a:ea typeface="Open Sans"/>
              <a:cs typeface="Open Sans"/>
              <a:sym typeface="Open Sans"/>
            </a:endParaRPr>
          </a:p>
        </p:txBody>
      </p:sp>
      <p:sp>
        <p:nvSpPr>
          <p:cNvPr id="344" name="Google Shape;344;p40"/>
          <p:cNvSpPr/>
          <p:nvPr/>
        </p:nvSpPr>
        <p:spPr>
          <a:xfrm>
            <a:off x="4412240" y="1553773"/>
            <a:ext cx="319520" cy="163657"/>
          </a:xfrm>
          <a:prstGeom prst="rightArrow">
            <a:avLst>
              <a:gd fmla="val 50000" name="adj1"/>
              <a:gd fmla="val 50000" name="adj2"/>
            </a:avLst>
          </a:prstGeom>
          <a:solidFill>
            <a:srgbClr val="BFBFB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pen Sans"/>
              <a:ea typeface="Open Sans"/>
              <a:cs typeface="Open Sans"/>
              <a:sym typeface="Open Sans"/>
            </a:endParaRPr>
          </a:p>
        </p:txBody>
      </p:sp>
      <p:sp>
        <p:nvSpPr>
          <p:cNvPr id="345" name="Google Shape;345;p40"/>
          <p:cNvSpPr/>
          <p:nvPr/>
        </p:nvSpPr>
        <p:spPr>
          <a:xfrm>
            <a:off x="6126319" y="1553773"/>
            <a:ext cx="319520" cy="163657"/>
          </a:xfrm>
          <a:prstGeom prst="rightArrow">
            <a:avLst>
              <a:gd fmla="val 50000" name="adj1"/>
              <a:gd fmla="val 50000" name="adj2"/>
            </a:avLst>
          </a:prstGeom>
          <a:solidFill>
            <a:srgbClr val="BFBFB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pen Sans"/>
              <a:ea typeface="Open Sans"/>
              <a:cs typeface="Open Sans"/>
              <a:sym typeface="Open Sans"/>
            </a:endParaRPr>
          </a:p>
        </p:txBody>
      </p:sp>
      <p:sp>
        <p:nvSpPr>
          <p:cNvPr id="346" name="Google Shape;346;p40"/>
          <p:cNvSpPr/>
          <p:nvPr/>
        </p:nvSpPr>
        <p:spPr>
          <a:xfrm>
            <a:off x="4628825" y="2168842"/>
            <a:ext cx="1600429" cy="6858"/>
          </a:xfrm>
          <a:prstGeom prst="rect">
            <a:avLst/>
          </a:prstGeom>
          <a:gradFill>
            <a:gsLst>
              <a:gs pos="0">
                <a:srgbClr val="E5E5E5">
                  <a:alpha val="0"/>
                </a:srgbClr>
              </a:gs>
              <a:gs pos="25000">
                <a:srgbClr val="E5E5E5"/>
              </a:gs>
              <a:gs pos="74000">
                <a:srgbClr val="E5E5E5"/>
              </a:gs>
              <a:gs pos="100000">
                <a:srgbClr val="E5E5E5">
                  <a:alpha val="0"/>
                </a:srgbClr>
              </a:gs>
            </a:gsLst>
            <a:lin ang="0" scaled="0"/>
          </a:gra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pen Sans"/>
              <a:ea typeface="Open Sans"/>
              <a:cs typeface="Open Sans"/>
              <a:sym typeface="Open Sans"/>
            </a:endParaRPr>
          </a:p>
        </p:txBody>
      </p:sp>
      <p:sp>
        <p:nvSpPr>
          <p:cNvPr id="347" name="Google Shape;347;p40"/>
          <p:cNvSpPr/>
          <p:nvPr/>
        </p:nvSpPr>
        <p:spPr>
          <a:xfrm>
            <a:off x="6354919" y="2168842"/>
            <a:ext cx="1600429" cy="6858"/>
          </a:xfrm>
          <a:prstGeom prst="rect">
            <a:avLst/>
          </a:prstGeom>
          <a:gradFill>
            <a:gsLst>
              <a:gs pos="0">
                <a:srgbClr val="E5E5E5">
                  <a:alpha val="0"/>
                </a:srgbClr>
              </a:gs>
              <a:gs pos="25000">
                <a:srgbClr val="E5E5E5"/>
              </a:gs>
              <a:gs pos="74000">
                <a:srgbClr val="E5E5E5"/>
              </a:gs>
              <a:gs pos="100000">
                <a:srgbClr val="E5E5E5">
                  <a:alpha val="0"/>
                </a:srgbClr>
              </a:gs>
            </a:gsLst>
            <a:lin ang="0" scaled="0"/>
          </a:gra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pen Sans"/>
              <a:ea typeface="Open Sans"/>
              <a:cs typeface="Open Sans"/>
              <a:sym typeface="Open Sans"/>
            </a:endParaRPr>
          </a:p>
        </p:txBody>
      </p:sp>
      <p:sp>
        <p:nvSpPr>
          <p:cNvPr id="348" name="Google Shape;348;p40"/>
          <p:cNvSpPr/>
          <p:nvPr/>
        </p:nvSpPr>
        <p:spPr>
          <a:xfrm>
            <a:off x="2935444" y="2168842"/>
            <a:ext cx="1600429" cy="6858"/>
          </a:xfrm>
          <a:prstGeom prst="rect">
            <a:avLst/>
          </a:prstGeom>
          <a:gradFill>
            <a:gsLst>
              <a:gs pos="0">
                <a:srgbClr val="E5E5E5">
                  <a:alpha val="0"/>
                </a:srgbClr>
              </a:gs>
              <a:gs pos="25000">
                <a:srgbClr val="E5E5E5"/>
              </a:gs>
              <a:gs pos="74000">
                <a:srgbClr val="E5E5E5"/>
              </a:gs>
              <a:gs pos="100000">
                <a:srgbClr val="E5E5E5">
                  <a:alpha val="0"/>
                </a:srgbClr>
              </a:gs>
            </a:gsLst>
            <a:lin ang="0" scaled="0"/>
          </a:gra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pen Sans"/>
              <a:ea typeface="Open Sans"/>
              <a:cs typeface="Open Sans"/>
              <a:sym typeface="Open Sans"/>
            </a:endParaRPr>
          </a:p>
        </p:txBody>
      </p:sp>
      <p:sp>
        <p:nvSpPr>
          <p:cNvPr id="349" name="Google Shape;349;p40"/>
          <p:cNvSpPr/>
          <p:nvPr/>
        </p:nvSpPr>
        <p:spPr>
          <a:xfrm>
            <a:off x="1211189" y="2168842"/>
            <a:ext cx="1600430" cy="6858"/>
          </a:xfrm>
          <a:prstGeom prst="rect">
            <a:avLst/>
          </a:prstGeom>
          <a:gradFill>
            <a:gsLst>
              <a:gs pos="0">
                <a:srgbClr val="E5E5E5">
                  <a:alpha val="0"/>
                </a:srgbClr>
              </a:gs>
              <a:gs pos="25000">
                <a:srgbClr val="E5E5E5"/>
              </a:gs>
              <a:gs pos="74000">
                <a:srgbClr val="E5E5E5"/>
              </a:gs>
              <a:gs pos="100000">
                <a:srgbClr val="E5E5E5">
                  <a:alpha val="0"/>
                </a:srgbClr>
              </a:gs>
            </a:gsLst>
            <a:lin ang="0" scaled="0"/>
          </a:gra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Open Sans"/>
              <a:ea typeface="Open Sans"/>
              <a:cs typeface="Open Sans"/>
              <a:sym typeface="Open Sans"/>
            </a:endParaRPr>
          </a:p>
        </p:txBody>
      </p:sp>
      <p:sp>
        <p:nvSpPr>
          <p:cNvPr id="350" name="Google Shape;350;p40"/>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sp>
        <p:nvSpPr>
          <p:cNvPr id="351" name="Google Shape;351;p40"/>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lvl1pPr lvl="0" algn="l">
              <a:lnSpc>
                <a:spcPct val="90000"/>
              </a:lnSpc>
              <a:spcBef>
                <a:spcPts val="0"/>
              </a:spcBef>
              <a:spcAft>
                <a:spcPts val="0"/>
              </a:spcAft>
              <a:buClr>
                <a:schemeClr val="dk1"/>
              </a:buClr>
              <a:buSzPts val="2100"/>
              <a:buFont typeface="Open Sans"/>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id="352" name="Google Shape;352;p40"/>
          <p:cNvPicPr preferRelativeResize="0"/>
          <p:nvPr/>
        </p:nvPicPr>
        <p:blipFill rotWithShape="1">
          <a:blip r:embed="rId3">
            <a:alphaModFix/>
          </a:blip>
          <a:srcRect b="0" l="8726" r="0" t="0"/>
          <a:stretch/>
        </p:blipFill>
        <p:spPr>
          <a:xfrm>
            <a:off x="0" y="282800"/>
            <a:ext cx="324275" cy="435525"/>
          </a:xfrm>
          <a:prstGeom prst="rect">
            <a:avLst/>
          </a:prstGeom>
          <a:noFill/>
          <a:ln>
            <a:noFill/>
          </a:ln>
        </p:spPr>
      </p:pic>
    </p:spTree>
  </p:cSld>
  <p:clrMapOvr>
    <a:masterClrMapping/>
  </p:clrMapOvr>
  <p:extLst>
    <p:ext uri="{DCECCB84-F9BA-43D5-87BE-67443E8EF086}">
      <p15:sldGuideLst>
        <p15:guide id="1" pos="180">
          <p15:clr>
            <a:srgbClr val="5ACBF0"/>
          </p15:clr>
        </p15:guide>
        <p15:guide id="2" pos="5580">
          <p15:clr>
            <a:srgbClr val="5ACBF0"/>
          </p15:clr>
        </p15:guide>
        <p15:guide id="3" orient="horz" pos="756">
          <p15:clr>
            <a:srgbClr val="5ACBF0"/>
          </p15:clr>
        </p15:guide>
        <p15:guide id="4" orient="horz" pos="2916">
          <p15:clr>
            <a:srgbClr val="5ACBF0"/>
          </p15:clr>
        </p15:guide>
        <p15:guide id="5" orient="horz" pos="3068">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w/subtitle">
  <p:cSld name="Title only w/subtitle">
    <p:spTree>
      <p:nvGrpSpPr>
        <p:cNvPr id="353" name="Shape 353"/>
        <p:cNvGrpSpPr/>
        <p:nvPr/>
      </p:nvGrpSpPr>
      <p:grpSpPr>
        <a:xfrm>
          <a:off x="0" y="0"/>
          <a:ext cx="0" cy="0"/>
          <a:chOff x="0" y="0"/>
          <a:chExt cx="0" cy="0"/>
        </a:xfrm>
      </p:grpSpPr>
      <p:sp>
        <p:nvSpPr>
          <p:cNvPr id="354" name="Google Shape;354;p41"/>
          <p:cNvSpPr txBox="1"/>
          <p:nvPr/>
        </p:nvSpPr>
        <p:spPr>
          <a:xfrm>
            <a:off x="236762" y="4805319"/>
            <a:ext cx="4286400" cy="129000"/>
          </a:xfrm>
          <a:prstGeom prst="rect">
            <a:avLst/>
          </a:prstGeom>
          <a:noFill/>
          <a:ln>
            <a:noFill/>
          </a:ln>
        </p:spPr>
        <p:txBody>
          <a:bodyPr anchorCtr="0" anchor="b" bIns="25700" lIns="51425" spcFirstLastPara="1" rIns="51425" wrap="square" tIns="25700">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chemeClr val="dk1"/>
                </a:solidFill>
                <a:latin typeface="Open Sans"/>
                <a:ea typeface="Open Sans"/>
                <a:cs typeface="Open Sans"/>
                <a:sym typeface="Open Sans"/>
              </a:rPr>
              <a:t>Confidential and Proprietary. Do not distribute without Couchbase consent. © Couchbase </a:t>
            </a:r>
            <a:r>
              <a:rPr lang="en" sz="500">
                <a:solidFill>
                  <a:schemeClr val="dk1"/>
                </a:solidFill>
                <a:latin typeface="Open Sans"/>
                <a:ea typeface="Open Sans"/>
                <a:cs typeface="Open Sans"/>
                <a:sym typeface="Open Sans"/>
              </a:rPr>
              <a:t>2025</a:t>
            </a:r>
            <a:r>
              <a:rPr b="0" i="0" lang="en" sz="500" u="none" cap="none" strike="noStrike">
                <a:solidFill>
                  <a:schemeClr val="dk1"/>
                </a:solidFill>
                <a:latin typeface="Open Sans"/>
                <a:ea typeface="Open Sans"/>
                <a:cs typeface="Open Sans"/>
                <a:sym typeface="Open Sans"/>
              </a:rPr>
              <a:t>. All rights reserved. </a:t>
            </a:r>
            <a:endParaRPr b="0" i="0" sz="500" u="none" cap="none" strike="noStrike">
              <a:solidFill>
                <a:schemeClr val="dk1"/>
              </a:solidFill>
              <a:latin typeface="Open Sans"/>
              <a:ea typeface="Open Sans"/>
              <a:cs typeface="Open Sans"/>
              <a:sym typeface="Open Sans"/>
            </a:endParaRPr>
          </a:p>
        </p:txBody>
      </p:sp>
      <p:pic>
        <p:nvPicPr>
          <p:cNvPr id="355" name="Google Shape;355;p41"/>
          <p:cNvPicPr preferRelativeResize="0"/>
          <p:nvPr/>
        </p:nvPicPr>
        <p:blipFill rotWithShape="1">
          <a:blip r:embed="rId2">
            <a:alphaModFix/>
          </a:blip>
          <a:srcRect b="0" l="0" r="76885" t="0"/>
          <a:stretch/>
        </p:blipFill>
        <p:spPr>
          <a:xfrm>
            <a:off x="8611316" y="4747501"/>
            <a:ext cx="251817" cy="248342"/>
          </a:xfrm>
          <a:prstGeom prst="rect">
            <a:avLst/>
          </a:prstGeom>
          <a:noFill/>
          <a:ln>
            <a:noFill/>
          </a:ln>
        </p:spPr>
      </p:pic>
      <p:sp>
        <p:nvSpPr>
          <p:cNvPr id="356" name="Google Shape;356;p41"/>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sp>
        <p:nvSpPr>
          <p:cNvPr id="357" name="Google Shape;357;p41"/>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lvl1pPr lvl="0" algn="l">
              <a:lnSpc>
                <a:spcPct val="90000"/>
              </a:lnSpc>
              <a:spcBef>
                <a:spcPts val="0"/>
              </a:spcBef>
              <a:spcAft>
                <a:spcPts val="0"/>
              </a:spcAft>
              <a:buClr>
                <a:schemeClr val="dk1"/>
              </a:buClr>
              <a:buSzPts val="2100"/>
              <a:buFont typeface="Open Sans"/>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pic>
        <p:nvPicPr>
          <p:cNvPr id="358" name="Google Shape;358;p41"/>
          <p:cNvPicPr preferRelativeResize="0"/>
          <p:nvPr/>
        </p:nvPicPr>
        <p:blipFill rotWithShape="1">
          <a:blip r:embed="rId3">
            <a:alphaModFix/>
          </a:blip>
          <a:srcRect b="0" l="8726" r="0" t="0"/>
          <a:stretch/>
        </p:blipFill>
        <p:spPr>
          <a:xfrm>
            <a:off x="0" y="282800"/>
            <a:ext cx="324275" cy="435525"/>
          </a:xfrm>
          <a:prstGeom prst="rect">
            <a:avLst/>
          </a:prstGeom>
          <a:noFill/>
          <a:ln>
            <a:noFill/>
          </a:ln>
        </p:spPr>
      </p:pic>
    </p:spTree>
  </p:cSld>
  <p:clrMapOvr>
    <a:masterClrMapping/>
  </p:clrMapOvr>
  <p:extLst>
    <p:ext uri="{DCECCB84-F9BA-43D5-87BE-67443E8EF086}">
      <p15:sldGuideLst>
        <p15:guide id="1" pos="180">
          <p15:clr>
            <a:srgbClr val="5ACBF0"/>
          </p15:clr>
        </p15:guide>
        <p15:guide id="2" pos="5580">
          <p15:clr>
            <a:srgbClr val="5ACBF0"/>
          </p15:clr>
        </p15:guide>
        <p15:guide id="3" orient="horz" pos="756">
          <p15:clr>
            <a:srgbClr val="5ACBF0"/>
          </p15:clr>
        </p15:guide>
        <p15:guide id="4" orient="horz" pos="2916">
          <p15:clr>
            <a:srgbClr val="5ACBF0"/>
          </p15:clr>
        </p15:guide>
        <p15:guide id="5" orient="horz" pos="3068">
          <p15:clr>
            <a:srgbClr val="5ACBF0"/>
          </p15:clr>
        </p15:guide>
        <p15:guide id="6" orient="horz" pos="450">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Layout">
  <p:cSld name="Blank Layout">
    <p:spTree>
      <p:nvGrpSpPr>
        <p:cNvPr id="359" name="Shape 359"/>
        <p:cNvGrpSpPr/>
        <p:nvPr/>
      </p:nvGrpSpPr>
      <p:grpSpPr>
        <a:xfrm>
          <a:off x="0" y="0"/>
          <a:ext cx="0" cy="0"/>
          <a:chOff x="0" y="0"/>
          <a:chExt cx="0" cy="0"/>
        </a:xfrm>
      </p:grpSpPr>
      <p:sp>
        <p:nvSpPr>
          <p:cNvPr id="360" name="Google Shape;360;p42"/>
          <p:cNvSpPr txBox="1"/>
          <p:nvPr/>
        </p:nvSpPr>
        <p:spPr>
          <a:xfrm>
            <a:off x="236762" y="4805319"/>
            <a:ext cx="4286400" cy="129000"/>
          </a:xfrm>
          <a:prstGeom prst="rect">
            <a:avLst/>
          </a:prstGeom>
          <a:noFill/>
          <a:ln>
            <a:noFill/>
          </a:ln>
        </p:spPr>
        <p:txBody>
          <a:bodyPr anchorCtr="0" anchor="b" bIns="25700" lIns="51425" spcFirstLastPara="1" rIns="51425" wrap="square" tIns="25700">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chemeClr val="dk1"/>
                </a:solidFill>
                <a:latin typeface="Open Sans"/>
                <a:ea typeface="Open Sans"/>
                <a:cs typeface="Open Sans"/>
                <a:sym typeface="Open Sans"/>
              </a:rPr>
              <a:t>Confidential and Proprietary. Do not distribute without Couchbase consent. © Couchbase </a:t>
            </a:r>
            <a:r>
              <a:rPr lang="en" sz="500">
                <a:solidFill>
                  <a:schemeClr val="dk1"/>
                </a:solidFill>
                <a:latin typeface="Open Sans"/>
                <a:ea typeface="Open Sans"/>
                <a:cs typeface="Open Sans"/>
                <a:sym typeface="Open Sans"/>
              </a:rPr>
              <a:t>2025</a:t>
            </a:r>
            <a:r>
              <a:rPr b="0" i="0" lang="en" sz="500" u="none" cap="none" strike="noStrike">
                <a:solidFill>
                  <a:schemeClr val="dk1"/>
                </a:solidFill>
                <a:latin typeface="Open Sans"/>
                <a:ea typeface="Open Sans"/>
                <a:cs typeface="Open Sans"/>
                <a:sym typeface="Open Sans"/>
              </a:rPr>
              <a:t>. All rights reserved. </a:t>
            </a:r>
            <a:endParaRPr b="0" i="0" sz="500" u="none" cap="none" strike="noStrike">
              <a:solidFill>
                <a:schemeClr val="dk1"/>
              </a:solidFill>
              <a:latin typeface="Open Sans"/>
              <a:ea typeface="Open Sans"/>
              <a:cs typeface="Open Sans"/>
              <a:sym typeface="Open Sans"/>
            </a:endParaRPr>
          </a:p>
        </p:txBody>
      </p:sp>
      <p:sp>
        <p:nvSpPr>
          <p:cNvPr id="361" name="Google Shape;361;p42"/>
          <p:cNvSpPr/>
          <p:nvPr/>
        </p:nvSpPr>
        <p:spPr>
          <a:xfrm>
            <a:off x="8859739" y="4766977"/>
            <a:ext cx="264616" cy="207739"/>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A5A5A5"/>
                </a:solidFill>
                <a:latin typeface="Open Sans"/>
                <a:ea typeface="Open Sans"/>
                <a:cs typeface="Open Sans"/>
                <a:sym typeface="Open Sans"/>
              </a:rPr>
              <a:t>‹#›</a:t>
            </a:fld>
            <a:endParaRPr b="0" i="0" sz="600" u="none" cap="none" strike="noStrike">
              <a:solidFill>
                <a:srgbClr val="A5A5A5"/>
              </a:solidFill>
              <a:latin typeface="Open Sans"/>
              <a:ea typeface="Open Sans"/>
              <a:cs typeface="Open Sans"/>
              <a:sym typeface="Open Sans"/>
            </a:endParaRPr>
          </a:p>
        </p:txBody>
      </p:sp>
      <p:pic>
        <p:nvPicPr>
          <p:cNvPr id="362" name="Google Shape;362;p42"/>
          <p:cNvPicPr preferRelativeResize="0"/>
          <p:nvPr/>
        </p:nvPicPr>
        <p:blipFill rotWithShape="1">
          <a:blip r:embed="rId2">
            <a:alphaModFix/>
          </a:blip>
          <a:srcRect b="0" l="0" r="76885" t="0"/>
          <a:stretch/>
        </p:blipFill>
        <p:spPr>
          <a:xfrm>
            <a:off x="8611316" y="4747501"/>
            <a:ext cx="251817" cy="248342"/>
          </a:xfrm>
          <a:prstGeom prst="rect">
            <a:avLst/>
          </a:prstGeom>
          <a:noFill/>
          <a:ln>
            <a:noFill/>
          </a:ln>
        </p:spPr>
      </p:pic>
      <p:sp>
        <p:nvSpPr>
          <p:cNvPr id="363" name="Google Shape;363;p42"/>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lvl1pPr lvl="0" algn="l">
              <a:lnSpc>
                <a:spcPct val="90000"/>
              </a:lnSpc>
              <a:spcBef>
                <a:spcPts val="0"/>
              </a:spcBef>
              <a:spcAft>
                <a:spcPts val="0"/>
              </a:spcAft>
              <a:buClr>
                <a:schemeClr val="dk1"/>
              </a:buClr>
              <a:buSzPts val="2100"/>
              <a:buFont typeface="Open Sans"/>
              <a:buNone/>
              <a:defRPr sz="2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0"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1274445" y="633889"/>
            <a:ext cx="7886700" cy="994172"/>
          </a:xfrm>
          <a:prstGeom prst="rect">
            <a:avLst/>
          </a:prstGeom>
          <a:noFill/>
          <a:ln>
            <a:noFill/>
          </a:ln>
        </p:spPr>
        <p:txBody>
          <a:bodyPr anchorCtr="0" anchor="b" bIns="34275" lIns="0" spcFirstLastPara="1" rIns="34275" wrap="square" tIns="34275">
            <a:noAutofit/>
          </a:bodyPr>
          <a:lstStyle>
            <a:lvl1pPr lvl="0" marR="0" rtl="0" algn="l">
              <a:lnSpc>
                <a:spcPct val="90000"/>
              </a:lnSpc>
              <a:spcBef>
                <a:spcPts val="0"/>
              </a:spcBef>
              <a:spcAft>
                <a:spcPts val="0"/>
              </a:spcAft>
              <a:buClr>
                <a:schemeClr val="dk1"/>
              </a:buClr>
              <a:buSzPts val="3000"/>
              <a:buFont typeface="Open Sans"/>
              <a:buNone/>
              <a:defRPr b="1" i="0" sz="3000" u="none" cap="none" strike="noStrike">
                <a:solidFill>
                  <a:schemeClr val="dk1"/>
                </a:solidFill>
                <a:latin typeface="Open Sans ExtraBold"/>
                <a:ea typeface="Open Sans ExtraBold"/>
                <a:cs typeface="Open Sans ExtraBold"/>
                <a:sym typeface="Open Sans ExtraBold"/>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guide id="3" pos="5454">
          <p15:clr>
            <a:srgbClr val="F26B43"/>
          </p15:clr>
        </p15:guide>
        <p15:guide id="4" pos="30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5.xml"/><Relationship Id="rId3" Type="http://schemas.openxmlformats.org/officeDocument/2006/relationships/image" Target="../media/image3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6.xml"/><Relationship Id="rId3" Type="http://schemas.openxmlformats.org/officeDocument/2006/relationships/image" Target="../media/image158.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20" Type="http://schemas.openxmlformats.org/officeDocument/2006/relationships/image" Target="../media/image47.png"/><Relationship Id="rId22" Type="http://schemas.openxmlformats.org/officeDocument/2006/relationships/image" Target="../media/image53.png"/><Relationship Id="rId21" Type="http://schemas.openxmlformats.org/officeDocument/2006/relationships/image" Target="../media/image58.png"/><Relationship Id="rId24" Type="http://schemas.openxmlformats.org/officeDocument/2006/relationships/image" Target="../media/image92.png"/><Relationship Id="rId23" Type="http://schemas.openxmlformats.org/officeDocument/2006/relationships/image" Target="../media/image56.png"/><Relationship Id="rId1" Type="http://schemas.openxmlformats.org/officeDocument/2006/relationships/slideLayout" Target="../slideLayouts/slideLayout40.xml"/><Relationship Id="rId2" Type="http://schemas.openxmlformats.org/officeDocument/2006/relationships/notesSlide" Target="../notesSlides/notesSlide32.xml"/><Relationship Id="rId3" Type="http://schemas.openxmlformats.org/officeDocument/2006/relationships/image" Target="../media/image42.png"/><Relationship Id="rId4" Type="http://schemas.openxmlformats.org/officeDocument/2006/relationships/image" Target="../media/image45.png"/><Relationship Id="rId9" Type="http://schemas.openxmlformats.org/officeDocument/2006/relationships/image" Target="../media/image57.png"/><Relationship Id="rId26" Type="http://schemas.openxmlformats.org/officeDocument/2006/relationships/image" Target="../media/image64.png"/><Relationship Id="rId25" Type="http://schemas.openxmlformats.org/officeDocument/2006/relationships/image" Target="../media/image98.png"/><Relationship Id="rId28" Type="http://schemas.openxmlformats.org/officeDocument/2006/relationships/image" Target="../media/image60.png"/><Relationship Id="rId27" Type="http://schemas.openxmlformats.org/officeDocument/2006/relationships/image" Target="../media/image75.png"/><Relationship Id="rId5" Type="http://schemas.openxmlformats.org/officeDocument/2006/relationships/image" Target="../media/image85.png"/><Relationship Id="rId6" Type="http://schemas.openxmlformats.org/officeDocument/2006/relationships/image" Target="../media/image44.png"/><Relationship Id="rId29" Type="http://schemas.openxmlformats.org/officeDocument/2006/relationships/image" Target="../media/image54.png"/><Relationship Id="rId7" Type="http://schemas.openxmlformats.org/officeDocument/2006/relationships/image" Target="../media/image34.png"/><Relationship Id="rId8" Type="http://schemas.openxmlformats.org/officeDocument/2006/relationships/image" Target="../media/image59.png"/><Relationship Id="rId31" Type="http://schemas.openxmlformats.org/officeDocument/2006/relationships/image" Target="../media/image67.png"/><Relationship Id="rId30" Type="http://schemas.openxmlformats.org/officeDocument/2006/relationships/image" Target="../media/image73.png"/><Relationship Id="rId11" Type="http://schemas.openxmlformats.org/officeDocument/2006/relationships/image" Target="../media/image41.png"/><Relationship Id="rId10" Type="http://schemas.openxmlformats.org/officeDocument/2006/relationships/image" Target="../media/image36.png"/><Relationship Id="rId13" Type="http://schemas.openxmlformats.org/officeDocument/2006/relationships/image" Target="../media/image43.png"/><Relationship Id="rId12" Type="http://schemas.openxmlformats.org/officeDocument/2006/relationships/image" Target="../media/image51.png"/><Relationship Id="rId15" Type="http://schemas.openxmlformats.org/officeDocument/2006/relationships/image" Target="../media/image52.png"/><Relationship Id="rId14" Type="http://schemas.openxmlformats.org/officeDocument/2006/relationships/image" Target="../media/image63.png"/><Relationship Id="rId17" Type="http://schemas.openxmlformats.org/officeDocument/2006/relationships/image" Target="../media/image55.png"/><Relationship Id="rId16" Type="http://schemas.openxmlformats.org/officeDocument/2006/relationships/image" Target="../media/image88.png"/><Relationship Id="rId19" Type="http://schemas.openxmlformats.org/officeDocument/2006/relationships/image" Target="../media/image49.png"/><Relationship Id="rId18" Type="http://schemas.openxmlformats.org/officeDocument/2006/relationships/image" Target="../media/image66.png"/></Relationships>
</file>

<file path=ppt/slides/_rels/slide33.xml.rels><?xml version="1.0" encoding="UTF-8" standalone="yes"?><Relationships xmlns="http://schemas.openxmlformats.org/package/2006/relationships"><Relationship Id="rId20" Type="http://schemas.openxmlformats.org/officeDocument/2006/relationships/image" Target="../media/image89.png"/><Relationship Id="rId22" Type="http://schemas.openxmlformats.org/officeDocument/2006/relationships/image" Target="../media/image86.png"/><Relationship Id="rId21" Type="http://schemas.openxmlformats.org/officeDocument/2006/relationships/image" Target="../media/image97.png"/><Relationship Id="rId24" Type="http://schemas.openxmlformats.org/officeDocument/2006/relationships/image" Target="../media/image110.png"/><Relationship Id="rId23" Type="http://schemas.openxmlformats.org/officeDocument/2006/relationships/image" Target="../media/image90.png"/><Relationship Id="rId1" Type="http://schemas.openxmlformats.org/officeDocument/2006/relationships/slideLayout" Target="../slideLayouts/slideLayout40.xml"/><Relationship Id="rId2" Type="http://schemas.openxmlformats.org/officeDocument/2006/relationships/notesSlide" Target="../notesSlides/notesSlide33.xml"/><Relationship Id="rId3" Type="http://schemas.openxmlformats.org/officeDocument/2006/relationships/image" Target="../media/image62.png"/><Relationship Id="rId4" Type="http://schemas.openxmlformats.org/officeDocument/2006/relationships/image" Target="../media/image61.png"/><Relationship Id="rId9" Type="http://schemas.openxmlformats.org/officeDocument/2006/relationships/image" Target="../media/image65.png"/><Relationship Id="rId26" Type="http://schemas.openxmlformats.org/officeDocument/2006/relationships/image" Target="../media/image83.png"/><Relationship Id="rId25" Type="http://schemas.openxmlformats.org/officeDocument/2006/relationships/image" Target="../media/image103.png"/><Relationship Id="rId28" Type="http://schemas.openxmlformats.org/officeDocument/2006/relationships/image" Target="../media/image87.png"/><Relationship Id="rId27" Type="http://schemas.openxmlformats.org/officeDocument/2006/relationships/image" Target="../media/image79.png"/><Relationship Id="rId5" Type="http://schemas.openxmlformats.org/officeDocument/2006/relationships/image" Target="../media/image68.png"/><Relationship Id="rId6" Type="http://schemas.openxmlformats.org/officeDocument/2006/relationships/image" Target="../media/image81.png"/><Relationship Id="rId29" Type="http://schemas.openxmlformats.org/officeDocument/2006/relationships/image" Target="../media/image129.png"/><Relationship Id="rId7" Type="http://schemas.openxmlformats.org/officeDocument/2006/relationships/image" Target="../media/image70.png"/><Relationship Id="rId8" Type="http://schemas.openxmlformats.org/officeDocument/2006/relationships/image" Target="../media/image100.png"/><Relationship Id="rId31" Type="http://schemas.openxmlformats.org/officeDocument/2006/relationships/image" Target="../media/image95.png"/><Relationship Id="rId30" Type="http://schemas.openxmlformats.org/officeDocument/2006/relationships/image" Target="../media/image93.png"/><Relationship Id="rId11" Type="http://schemas.openxmlformats.org/officeDocument/2006/relationships/image" Target="../media/image76.png"/><Relationship Id="rId10" Type="http://schemas.openxmlformats.org/officeDocument/2006/relationships/image" Target="../media/image72.png"/><Relationship Id="rId32" Type="http://schemas.openxmlformats.org/officeDocument/2006/relationships/image" Target="../media/image96.png"/><Relationship Id="rId13" Type="http://schemas.openxmlformats.org/officeDocument/2006/relationships/image" Target="../media/image71.png"/><Relationship Id="rId12" Type="http://schemas.openxmlformats.org/officeDocument/2006/relationships/image" Target="../media/image78.png"/><Relationship Id="rId15" Type="http://schemas.openxmlformats.org/officeDocument/2006/relationships/image" Target="../media/image84.png"/><Relationship Id="rId14" Type="http://schemas.openxmlformats.org/officeDocument/2006/relationships/image" Target="../media/image77.png"/><Relationship Id="rId17" Type="http://schemas.openxmlformats.org/officeDocument/2006/relationships/image" Target="../media/image74.png"/><Relationship Id="rId16" Type="http://schemas.openxmlformats.org/officeDocument/2006/relationships/image" Target="../media/image82.png"/><Relationship Id="rId19" Type="http://schemas.openxmlformats.org/officeDocument/2006/relationships/image" Target="../media/image80.png"/><Relationship Id="rId18" Type="http://schemas.openxmlformats.org/officeDocument/2006/relationships/image" Target="../media/image91.png"/></Relationships>
</file>

<file path=ppt/slides/_rels/slide34.xml.rels><?xml version="1.0" encoding="UTF-8" standalone="yes"?><Relationships xmlns="http://schemas.openxmlformats.org/package/2006/relationships"><Relationship Id="rId20" Type="http://schemas.openxmlformats.org/officeDocument/2006/relationships/image" Target="../media/image120.png"/><Relationship Id="rId22" Type="http://schemas.openxmlformats.org/officeDocument/2006/relationships/image" Target="../media/image122.png"/><Relationship Id="rId21" Type="http://schemas.openxmlformats.org/officeDocument/2006/relationships/image" Target="../media/image125.png"/><Relationship Id="rId24" Type="http://schemas.openxmlformats.org/officeDocument/2006/relationships/image" Target="../media/image141.png"/><Relationship Id="rId23" Type="http://schemas.openxmlformats.org/officeDocument/2006/relationships/image" Target="../media/image115.png"/><Relationship Id="rId1" Type="http://schemas.openxmlformats.org/officeDocument/2006/relationships/slideLayout" Target="../slideLayouts/slideLayout40.xml"/><Relationship Id="rId2" Type="http://schemas.openxmlformats.org/officeDocument/2006/relationships/notesSlide" Target="../notesSlides/notesSlide34.xml"/><Relationship Id="rId3" Type="http://schemas.openxmlformats.org/officeDocument/2006/relationships/image" Target="../media/image148.png"/><Relationship Id="rId4" Type="http://schemas.openxmlformats.org/officeDocument/2006/relationships/image" Target="../media/image94.png"/><Relationship Id="rId9" Type="http://schemas.openxmlformats.org/officeDocument/2006/relationships/image" Target="../media/image109.png"/><Relationship Id="rId5" Type="http://schemas.openxmlformats.org/officeDocument/2006/relationships/image" Target="../media/image101.png"/><Relationship Id="rId6" Type="http://schemas.openxmlformats.org/officeDocument/2006/relationships/image" Target="../media/image105.png"/><Relationship Id="rId7" Type="http://schemas.openxmlformats.org/officeDocument/2006/relationships/image" Target="../media/image104.png"/><Relationship Id="rId8" Type="http://schemas.openxmlformats.org/officeDocument/2006/relationships/image" Target="../media/image108.png"/><Relationship Id="rId11" Type="http://schemas.openxmlformats.org/officeDocument/2006/relationships/image" Target="../media/image107.png"/><Relationship Id="rId10" Type="http://schemas.openxmlformats.org/officeDocument/2006/relationships/image" Target="../media/image106.png"/><Relationship Id="rId13" Type="http://schemas.openxmlformats.org/officeDocument/2006/relationships/image" Target="../media/image126.png"/><Relationship Id="rId12" Type="http://schemas.openxmlformats.org/officeDocument/2006/relationships/image" Target="../media/image99.png"/><Relationship Id="rId15" Type="http://schemas.openxmlformats.org/officeDocument/2006/relationships/image" Target="../media/image114.png"/><Relationship Id="rId14" Type="http://schemas.openxmlformats.org/officeDocument/2006/relationships/image" Target="../media/image113.png"/><Relationship Id="rId17" Type="http://schemas.openxmlformats.org/officeDocument/2006/relationships/image" Target="../media/image112.png"/><Relationship Id="rId16" Type="http://schemas.openxmlformats.org/officeDocument/2006/relationships/image" Target="../media/image130.png"/><Relationship Id="rId19" Type="http://schemas.openxmlformats.org/officeDocument/2006/relationships/image" Target="../media/image111.png"/><Relationship Id="rId18" Type="http://schemas.openxmlformats.org/officeDocument/2006/relationships/image" Target="../media/image118.png"/></Relationships>
</file>

<file path=ppt/slides/_rels/slide35.xml.rels><?xml version="1.0" encoding="UTF-8" standalone="yes"?><Relationships xmlns="http://schemas.openxmlformats.org/package/2006/relationships"><Relationship Id="rId20" Type="http://schemas.openxmlformats.org/officeDocument/2006/relationships/image" Target="../media/image145.png"/><Relationship Id="rId22" Type="http://schemas.openxmlformats.org/officeDocument/2006/relationships/image" Target="../media/image152.png"/><Relationship Id="rId21" Type="http://schemas.openxmlformats.org/officeDocument/2006/relationships/image" Target="../media/image144.png"/><Relationship Id="rId23" Type="http://schemas.openxmlformats.org/officeDocument/2006/relationships/image" Target="../media/image139.png"/><Relationship Id="rId1" Type="http://schemas.openxmlformats.org/officeDocument/2006/relationships/slideLayout" Target="../slideLayouts/slideLayout40.xml"/><Relationship Id="rId2" Type="http://schemas.openxmlformats.org/officeDocument/2006/relationships/notesSlide" Target="../notesSlides/notesSlide35.xml"/><Relationship Id="rId3" Type="http://schemas.openxmlformats.org/officeDocument/2006/relationships/image" Target="../media/image116.png"/><Relationship Id="rId4" Type="http://schemas.openxmlformats.org/officeDocument/2006/relationships/image" Target="../media/image133.png"/><Relationship Id="rId9" Type="http://schemas.openxmlformats.org/officeDocument/2006/relationships/image" Target="../media/image121.png"/><Relationship Id="rId5" Type="http://schemas.openxmlformats.org/officeDocument/2006/relationships/image" Target="../media/image127.png"/><Relationship Id="rId6" Type="http://schemas.openxmlformats.org/officeDocument/2006/relationships/image" Target="../media/image117.png"/><Relationship Id="rId7" Type="http://schemas.openxmlformats.org/officeDocument/2006/relationships/image" Target="../media/image123.png"/><Relationship Id="rId8" Type="http://schemas.openxmlformats.org/officeDocument/2006/relationships/image" Target="../media/image119.png"/><Relationship Id="rId11" Type="http://schemas.openxmlformats.org/officeDocument/2006/relationships/image" Target="../media/image136.png"/><Relationship Id="rId10" Type="http://schemas.openxmlformats.org/officeDocument/2006/relationships/image" Target="../media/image135.png"/><Relationship Id="rId13" Type="http://schemas.openxmlformats.org/officeDocument/2006/relationships/image" Target="../media/image131.png"/><Relationship Id="rId12" Type="http://schemas.openxmlformats.org/officeDocument/2006/relationships/image" Target="../media/image132.png"/><Relationship Id="rId15" Type="http://schemas.openxmlformats.org/officeDocument/2006/relationships/image" Target="../media/image128.png"/><Relationship Id="rId14" Type="http://schemas.openxmlformats.org/officeDocument/2006/relationships/image" Target="../media/image124.png"/><Relationship Id="rId17" Type="http://schemas.openxmlformats.org/officeDocument/2006/relationships/image" Target="../media/image134.png"/><Relationship Id="rId16" Type="http://schemas.openxmlformats.org/officeDocument/2006/relationships/image" Target="../media/image147.png"/><Relationship Id="rId19" Type="http://schemas.openxmlformats.org/officeDocument/2006/relationships/image" Target="../media/image149.png"/><Relationship Id="rId18" Type="http://schemas.openxmlformats.org/officeDocument/2006/relationships/image" Target="../media/image14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20" Type="http://schemas.openxmlformats.org/officeDocument/2006/relationships/image" Target="../media/image174.png"/><Relationship Id="rId22" Type="http://schemas.openxmlformats.org/officeDocument/2006/relationships/image" Target="../media/image175.png"/><Relationship Id="rId21" Type="http://schemas.openxmlformats.org/officeDocument/2006/relationships/image" Target="../media/image162.png"/><Relationship Id="rId24" Type="http://schemas.openxmlformats.org/officeDocument/2006/relationships/image" Target="../media/image161.png"/><Relationship Id="rId23" Type="http://schemas.openxmlformats.org/officeDocument/2006/relationships/image" Target="../media/image159.png"/><Relationship Id="rId1" Type="http://schemas.openxmlformats.org/officeDocument/2006/relationships/slideLayout" Target="../slideLayouts/slideLayout40.xml"/><Relationship Id="rId2" Type="http://schemas.openxmlformats.org/officeDocument/2006/relationships/notesSlide" Target="../notesSlides/notesSlide37.xml"/><Relationship Id="rId3" Type="http://schemas.openxmlformats.org/officeDocument/2006/relationships/image" Target="../media/image138.png"/><Relationship Id="rId4" Type="http://schemas.openxmlformats.org/officeDocument/2006/relationships/image" Target="../media/image140.png"/><Relationship Id="rId9" Type="http://schemas.openxmlformats.org/officeDocument/2006/relationships/image" Target="../media/image153.png"/><Relationship Id="rId26" Type="http://schemas.openxmlformats.org/officeDocument/2006/relationships/image" Target="../media/image167.png"/><Relationship Id="rId25" Type="http://schemas.openxmlformats.org/officeDocument/2006/relationships/image" Target="../media/image164.png"/><Relationship Id="rId5" Type="http://schemas.openxmlformats.org/officeDocument/2006/relationships/image" Target="../media/image137.png"/><Relationship Id="rId6" Type="http://schemas.openxmlformats.org/officeDocument/2006/relationships/image" Target="../media/image143.png"/><Relationship Id="rId7" Type="http://schemas.openxmlformats.org/officeDocument/2006/relationships/image" Target="../media/image151.png"/><Relationship Id="rId8" Type="http://schemas.openxmlformats.org/officeDocument/2006/relationships/image" Target="../media/image146.png"/><Relationship Id="rId11" Type="http://schemas.openxmlformats.org/officeDocument/2006/relationships/image" Target="../media/image163.png"/><Relationship Id="rId10" Type="http://schemas.openxmlformats.org/officeDocument/2006/relationships/image" Target="../media/image154.png"/><Relationship Id="rId13" Type="http://schemas.openxmlformats.org/officeDocument/2006/relationships/image" Target="../media/image160.png"/><Relationship Id="rId12" Type="http://schemas.openxmlformats.org/officeDocument/2006/relationships/image" Target="../media/image150.png"/><Relationship Id="rId15" Type="http://schemas.openxmlformats.org/officeDocument/2006/relationships/image" Target="../media/image165.png"/><Relationship Id="rId14" Type="http://schemas.openxmlformats.org/officeDocument/2006/relationships/image" Target="../media/image170.png"/><Relationship Id="rId17" Type="http://schemas.openxmlformats.org/officeDocument/2006/relationships/image" Target="../media/image172.png"/><Relationship Id="rId16" Type="http://schemas.openxmlformats.org/officeDocument/2006/relationships/image" Target="../media/image157.png"/><Relationship Id="rId19" Type="http://schemas.openxmlformats.org/officeDocument/2006/relationships/image" Target="../media/image156.png"/><Relationship Id="rId18" Type="http://schemas.openxmlformats.org/officeDocument/2006/relationships/image" Target="../media/image155.png"/></Relationships>
</file>

<file path=ppt/slides/_rels/slide38.xml.rels><?xml version="1.0" encoding="UTF-8" standalone="yes"?><Relationships xmlns="http://schemas.openxmlformats.org/package/2006/relationships"><Relationship Id="rId20" Type="http://schemas.openxmlformats.org/officeDocument/2006/relationships/image" Target="../media/image198.png"/><Relationship Id="rId22" Type="http://schemas.openxmlformats.org/officeDocument/2006/relationships/image" Target="../media/image163.png"/><Relationship Id="rId21" Type="http://schemas.openxmlformats.org/officeDocument/2006/relationships/image" Target="../media/image202.png"/><Relationship Id="rId24" Type="http://schemas.openxmlformats.org/officeDocument/2006/relationships/image" Target="../media/image190.png"/><Relationship Id="rId23" Type="http://schemas.openxmlformats.org/officeDocument/2006/relationships/image" Target="../media/image196.png"/><Relationship Id="rId1" Type="http://schemas.openxmlformats.org/officeDocument/2006/relationships/slideLayout" Target="../slideLayouts/slideLayout40.xml"/><Relationship Id="rId2" Type="http://schemas.openxmlformats.org/officeDocument/2006/relationships/notesSlide" Target="../notesSlides/notesSlide38.xml"/><Relationship Id="rId3" Type="http://schemas.openxmlformats.org/officeDocument/2006/relationships/image" Target="../media/image166.png"/><Relationship Id="rId4" Type="http://schemas.openxmlformats.org/officeDocument/2006/relationships/image" Target="../media/image169.png"/><Relationship Id="rId9" Type="http://schemas.openxmlformats.org/officeDocument/2006/relationships/image" Target="../media/image177.png"/><Relationship Id="rId26" Type="http://schemas.openxmlformats.org/officeDocument/2006/relationships/image" Target="../media/image140.png"/><Relationship Id="rId25" Type="http://schemas.openxmlformats.org/officeDocument/2006/relationships/image" Target="../media/image201.png"/><Relationship Id="rId5" Type="http://schemas.openxmlformats.org/officeDocument/2006/relationships/image" Target="../media/image168.png"/><Relationship Id="rId6" Type="http://schemas.openxmlformats.org/officeDocument/2006/relationships/image" Target="../media/image173.png"/><Relationship Id="rId7" Type="http://schemas.openxmlformats.org/officeDocument/2006/relationships/image" Target="../media/image171.png"/><Relationship Id="rId8" Type="http://schemas.openxmlformats.org/officeDocument/2006/relationships/image" Target="../media/image176.png"/><Relationship Id="rId11" Type="http://schemas.openxmlformats.org/officeDocument/2006/relationships/image" Target="../media/image181.png"/><Relationship Id="rId10" Type="http://schemas.openxmlformats.org/officeDocument/2006/relationships/image" Target="../media/image180.png"/><Relationship Id="rId13" Type="http://schemas.openxmlformats.org/officeDocument/2006/relationships/image" Target="../media/image182.png"/><Relationship Id="rId12" Type="http://schemas.openxmlformats.org/officeDocument/2006/relationships/image" Target="../media/image187.png"/><Relationship Id="rId15" Type="http://schemas.openxmlformats.org/officeDocument/2006/relationships/image" Target="../media/image151.png"/><Relationship Id="rId14" Type="http://schemas.openxmlformats.org/officeDocument/2006/relationships/image" Target="../media/image179.png"/><Relationship Id="rId17" Type="http://schemas.openxmlformats.org/officeDocument/2006/relationships/image" Target="../media/image193.png"/><Relationship Id="rId16" Type="http://schemas.openxmlformats.org/officeDocument/2006/relationships/image" Target="../media/image184.png"/><Relationship Id="rId19" Type="http://schemas.openxmlformats.org/officeDocument/2006/relationships/image" Target="../media/image185.png"/><Relationship Id="rId18" Type="http://schemas.openxmlformats.org/officeDocument/2006/relationships/image" Target="../media/image183.png"/></Relationships>
</file>

<file path=ppt/slides/_rels/slide39.xml.rels><?xml version="1.0" encoding="UTF-8" standalone="yes"?><Relationships xmlns="http://schemas.openxmlformats.org/package/2006/relationships"><Relationship Id="rId20" Type="http://schemas.openxmlformats.org/officeDocument/2006/relationships/image" Target="../media/image209.png"/><Relationship Id="rId22" Type="http://schemas.openxmlformats.org/officeDocument/2006/relationships/image" Target="../media/image204.png"/><Relationship Id="rId21" Type="http://schemas.openxmlformats.org/officeDocument/2006/relationships/image" Target="../media/image205.png"/><Relationship Id="rId24" Type="http://schemas.openxmlformats.org/officeDocument/2006/relationships/image" Target="../media/image208.png"/><Relationship Id="rId23" Type="http://schemas.openxmlformats.org/officeDocument/2006/relationships/image" Target="../media/image206.png"/><Relationship Id="rId1" Type="http://schemas.openxmlformats.org/officeDocument/2006/relationships/slideLayout" Target="../slideLayouts/slideLayout40.xml"/><Relationship Id="rId2" Type="http://schemas.openxmlformats.org/officeDocument/2006/relationships/notesSlide" Target="../notesSlides/notesSlide39.xml"/><Relationship Id="rId3" Type="http://schemas.openxmlformats.org/officeDocument/2006/relationships/image" Target="../media/image191.png"/><Relationship Id="rId4" Type="http://schemas.openxmlformats.org/officeDocument/2006/relationships/image" Target="../media/image189.png"/><Relationship Id="rId9" Type="http://schemas.openxmlformats.org/officeDocument/2006/relationships/image" Target="../media/image195.png"/><Relationship Id="rId26" Type="http://schemas.openxmlformats.org/officeDocument/2006/relationships/image" Target="../media/image218.png"/><Relationship Id="rId25" Type="http://schemas.openxmlformats.org/officeDocument/2006/relationships/image" Target="../media/image226.png"/><Relationship Id="rId5" Type="http://schemas.openxmlformats.org/officeDocument/2006/relationships/image" Target="../media/image192.png"/><Relationship Id="rId6" Type="http://schemas.openxmlformats.org/officeDocument/2006/relationships/image" Target="../media/image194.png"/><Relationship Id="rId7" Type="http://schemas.openxmlformats.org/officeDocument/2006/relationships/image" Target="../media/image197.png"/><Relationship Id="rId8" Type="http://schemas.openxmlformats.org/officeDocument/2006/relationships/image" Target="../media/image214.png"/><Relationship Id="rId11" Type="http://schemas.openxmlformats.org/officeDocument/2006/relationships/image" Target="../media/image223.png"/><Relationship Id="rId10" Type="http://schemas.openxmlformats.org/officeDocument/2006/relationships/image" Target="../media/image203.png"/><Relationship Id="rId13" Type="http://schemas.openxmlformats.org/officeDocument/2006/relationships/image" Target="../media/image221.png"/><Relationship Id="rId12" Type="http://schemas.openxmlformats.org/officeDocument/2006/relationships/image" Target="../media/image213.png"/><Relationship Id="rId15" Type="http://schemas.openxmlformats.org/officeDocument/2006/relationships/image" Target="../media/image210.png"/><Relationship Id="rId14" Type="http://schemas.openxmlformats.org/officeDocument/2006/relationships/image" Target="../media/image207.png"/><Relationship Id="rId17" Type="http://schemas.openxmlformats.org/officeDocument/2006/relationships/image" Target="../media/image200.png"/><Relationship Id="rId16" Type="http://schemas.openxmlformats.org/officeDocument/2006/relationships/image" Target="../media/image225.png"/><Relationship Id="rId19" Type="http://schemas.openxmlformats.org/officeDocument/2006/relationships/image" Target="../media/image212.png"/><Relationship Id="rId18" Type="http://schemas.openxmlformats.org/officeDocument/2006/relationships/image" Target="../media/image19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40.xml"/><Relationship Id="rId3" Type="http://schemas.openxmlformats.org/officeDocument/2006/relationships/image" Target="../media/image215.png"/><Relationship Id="rId4" Type="http://schemas.openxmlformats.org/officeDocument/2006/relationships/image" Target="../media/image217.png"/><Relationship Id="rId9" Type="http://schemas.openxmlformats.org/officeDocument/2006/relationships/image" Target="../media/image219.png"/><Relationship Id="rId5" Type="http://schemas.openxmlformats.org/officeDocument/2006/relationships/image" Target="../media/image222.png"/><Relationship Id="rId6" Type="http://schemas.openxmlformats.org/officeDocument/2006/relationships/image" Target="../media/image220.png"/><Relationship Id="rId7" Type="http://schemas.openxmlformats.org/officeDocument/2006/relationships/image" Target="../media/image211.png"/><Relationship Id="rId8" Type="http://schemas.openxmlformats.org/officeDocument/2006/relationships/image" Target="../media/image224.png"/><Relationship Id="rId10" Type="http://schemas.openxmlformats.org/officeDocument/2006/relationships/image" Target="../media/image2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3"/>
          <p:cNvSpPr txBox="1"/>
          <p:nvPr>
            <p:ph type="ctrTitle"/>
          </p:nvPr>
        </p:nvSpPr>
        <p:spPr>
          <a:xfrm>
            <a:off x="556022" y="1325166"/>
            <a:ext cx="4658915" cy="1790700"/>
          </a:xfrm>
          <a:prstGeom prst="rect">
            <a:avLst/>
          </a:prstGeom>
          <a:noFill/>
          <a:ln>
            <a:noFill/>
          </a:ln>
        </p:spPr>
        <p:txBody>
          <a:bodyPr anchorCtr="0" anchor="b" bIns="34275" lIns="0" spcFirstLastPara="1" rIns="34275" wrap="square" tIns="34275">
            <a:noAutofit/>
          </a:bodyPr>
          <a:lstStyle/>
          <a:p>
            <a:pPr indent="0" lvl="0" marL="0" rtl="0" algn="l">
              <a:lnSpc>
                <a:spcPct val="90000"/>
              </a:lnSpc>
              <a:spcBef>
                <a:spcPts val="0"/>
              </a:spcBef>
              <a:spcAft>
                <a:spcPts val="0"/>
              </a:spcAft>
              <a:buClr>
                <a:schemeClr val="dk1"/>
              </a:buClr>
              <a:buSzPts val="3000"/>
              <a:buFont typeface="Open Sans"/>
              <a:buNone/>
            </a:pPr>
            <a:r>
              <a:rPr b="0" lang="en"/>
              <a:t>Presentation Title Here and Maybe Here</a:t>
            </a:r>
            <a:endParaRPr b="0"/>
          </a:p>
        </p:txBody>
      </p:sp>
      <p:sp>
        <p:nvSpPr>
          <p:cNvPr id="369" name="Google Shape;369;p43"/>
          <p:cNvSpPr txBox="1"/>
          <p:nvPr>
            <p:ph idx="1" type="subTitle"/>
          </p:nvPr>
        </p:nvSpPr>
        <p:spPr>
          <a:xfrm>
            <a:off x="556249" y="3233572"/>
            <a:ext cx="5501651" cy="909803"/>
          </a:xfrm>
          <a:prstGeom prst="rect">
            <a:avLst/>
          </a:prstGeom>
          <a:noFill/>
          <a:ln>
            <a:noFill/>
          </a:ln>
        </p:spPr>
        <p:txBody>
          <a:bodyPr anchorCtr="0" anchor="t" bIns="34275" lIns="0" spcFirstLastPara="1" rIns="34275" wrap="square" tIns="34275">
            <a:noAutofit/>
          </a:bodyPr>
          <a:lstStyle/>
          <a:p>
            <a:pPr indent="0" lvl="0" marL="0" rtl="0" algn="l">
              <a:lnSpc>
                <a:spcPct val="95000"/>
              </a:lnSpc>
              <a:spcBef>
                <a:spcPts val="0"/>
              </a:spcBef>
              <a:spcAft>
                <a:spcPts val="0"/>
              </a:spcAft>
              <a:buClr>
                <a:schemeClr val="dk1"/>
              </a:buClr>
              <a:buSzPts val="1600"/>
              <a:buNone/>
            </a:pPr>
            <a:r>
              <a:rPr lang="en"/>
              <a:t>Presenter Name, Presenter Title</a:t>
            </a:r>
            <a:endParaRPr/>
          </a:p>
        </p:txBody>
      </p:sp>
      <p:sp>
        <p:nvSpPr>
          <p:cNvPr id="370" name="Google Shape;370;p43"/>
          <p:cNvSpPr txBox="1"/>
          <p:nvPr>
            <p:ph idx="2" type="body"/>
          </p:nvPr>
        </p:nvSpPr>
        <p:spPr>
          <a:xfrm>
            <a:off x="542731" y="4382570"/>
            <a:ext cx="2448848" cy="294085"/>
          </a:xfrm>
          <a:prstGeom prst="rect">
            <a:avLst/>
          </a:prstGeom>
          <a:noFill/>
          <a:ln>
            <a:noFill/>
          </a:ln>
        </p:spPr>
        <p:txBody>
          <a:bodyPr anchorCtr="0" anchor="ctr" bIns="34275" lIns="0" spcFirstLastPara="1" rIns="34275" wrap="square" tIns="34275">
            <a:noAutofit/>
          </a:bodyPr>
          <a:lstStyle/>
          <a:p>
            <a:pPr indent="0" lvl="0" marL="0" rtl="0" algn="l">
              <a:lnSpc>
                <a:spcPct val="95000"/>
              </a:lnSpc>
              <a:spcBef>
                <a:spcPts val="0"/>
              </a:spcBef>
              <a:spcAft>
                <a:spcPts val="0"/>
              </a:spcAft>
              <a:buClr>
                <a:schemeClr val="dk1"/>
              </a:buClr>
              <a:buSzPts val="900"/>
              <a:buNone/>
            </a:pPr>
            <a:r>
              <a:rPr lang="en"/>
              <a:t>SEPTEMBER </a:t>
            </a:r>
            <a:r>
              <a:rPr lang="en"/>
              <a:t>2025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4"/>
          <p:cNvSpPr txBox="1"/>
          <p:nvPr>
            <p:ph type="ctrTitle"/>
          </p:nvPr>
        </p:nvSpPr>
        <p:spPr>
          <a:xfrm>
            <a:off x="556249" y="1325594"/>
            <a:ext cx="5501651" cy="1790700"/>
          </a:xfrm>
          <a:prstGeom prst="rect">
            <a:avLst/>
          </a:prstGeom>
          <a:noFill/>
          <a:ln>
            <a:noFill/>
          </a:ln>
        </p:spPr>
        <p:txBody>
          <a:bodyPr anchorCtr="0" anchor="b" bIns="34275" lIns="0" spcFirstLastPara="1" rIns="34275" wrap="square" tIns="34275">
            <a:noAutofit/>
          </a:bodyPr>
          <a:lstStyle/>
          <a:p>
            <a:pPr indent="0" lvl="0" marL="0" rtl="0" algn="l">
              <a:lnSpc>
                <a:spcPct val="90000"/>
              </a:lnSpc>
              <a:spcBef>
                <a:spcPts val="0"/>
              </a:spcBef>
              <a:spcAft>
                <a:spcPts val="0"/>
              </a:spcAft>
              <a:buClr>
                <a:schemeClr val="dk1"/>
              </a:buClr>
              <a:buSzPts val="3000"/>
              <a:buFont typeface="Open Sans"/>
              <a:buNone/>
            </a:pPr>
            <a:r>
              <a:rPr b="0" lang="en"/>
              <a:t>Presentation Title Here</a:t>
            </a:r>
            <a:br>
              <a:rPr b="0" lang="en"/>
            </a:br>
            <a:r>
              <a:rPr b="0" lang="en"/>
              <a:t>and Maybe Here</a:t>
            </a:r>
            <a:endParaRPr/>
          </a:p>
        </p:txBody>
      </p:sp>
      <p:sp>
        <p:nvSpPr>
          <p:cNvPr id="376" name="Google Shape;376;p44"/>
          <p:cNvSpPr txBox="1"/>
          <p:nvPr>
            <p:ph idx="1" type="subTitle"/>
          </p:nvPr>
        </p:nvSpPr>
        <p:spPr>
          <a:xfrm>
            <a:off x="556249" y="3233572"/>
            <a:ext cx="5501651" cy="909803"/>
          </a:xfrm>
          <a:prstGeom prst="rect">
            <a:avLst/>
          </a:prstGeom>
          <a:noFill/>
          <a:ln>
            <a:noFill/>
          </a:ln>
        </p:spPr>
        <p:txBody>
          <a:bodyPr anchorCtr="0" anchor="t" bIns="34275" lIns="0" spcFirstLastPara="1" rIns="34275" wrap="square" tIns="34275">
            <a:noAutofit/>
          </a:bodyPr>
          <a:lstStyle/>
          <a:p>
            <a:pPr indent="0" lvl="0" marL="0" marR="0" rtl="0" algn="l">
              <a:lnSpc>
                <a:spcPct val="95000"/>
              </a:lnSpc>
              <a:spcBef>
                <a:spcPts val="800"/>
              </a:spcBef>
              <a:spcAft>
                <a:spcPts val="0"/>
              </a:spcAft>
              <a:buClr>
                <a:schemeClr val="dk1"/>
              </a:buClr>
              <a:buSzPts val="1600"/>
              <a:buFont typeface="Arial"/>
              <a:buNone/>
            </a:pPr>
            <a:r>
              <a:rPr lang="en"/>
              <a:t>Presenter Name, Presenter Title</a:t>
            </a:r>
            <a:endParaRPr/>
          </a:p>
          <a:p>
            <a:pPr indent="0" lvl="0" marL="0" marR="0" rtl="0" algn="l">
              <a:lnSpc>
                <a:spcPct val="95000"/>
              </a:lnSpc>
              <a:spcBef>
                <a:spcPts val="800"/>
              </a:spcBef>
              <a:spcAft>
                <a:spcPts val="0"/>
              </a:spcAft>
              <a:buClr>
                <a:schemeClr val="dk1"/>
              </a:buClr>
              <a:buSzPts val="1600"/>
              <a:buFont typeface="Arial"/>
              <a:buNone/>
            </a:pPr>
            <a:r>
              <a:t/>
            </a:r>
            <a:endParaRPr/>
          </a:p>
        </p:txBody>
      </p:sp>
      <p:sp>
        <p:nvSpPr>
          <p:cNvPr id="377" name="Google Shape;377;p44"/>
          <p:cNvSpPr txBox="1"/>
          <p:nvPr>
            <p:ph idx="2" type="body"/>
          </p:nvPr>
        </p:nvSpPr>
        <p:spPr>
          <a:xfrm>
            <a:off x="542731" y="4382570"/>
            <a:ext cx="2448848" cy="294085"/>
          </a:xfrm>
          <a:prstGeom prst="rect">
            <a:avLst/>
          </a:prstGeom>
          <a:noFill/>
          <a:ln>
            <a:noFill/>
          </a:ln>
        </p:spPr>
        <p:txBody>
          <a:bodyPr anchorCtr="0" anchor="ctr" bIns="34275" lIns="0" spcFirstLastPara="1" rIns="34275" wrap="square" tIns="34275">
            <a:noAutofit/>
          </a:bodyPr>
          <a:lstStyle/>
          <a:p>
            <a:pPr indent="-165100" lvl="0" marL="342900" marR="0" rtl="0" algn="l">
              <a:lnSpc>
                <a:spcPct val="95000"/>
              </a:lnSpc>
              <a:spcBef>
                <a:spcPts val="800"/>
              </a:spcBef>
              <a:spcAft>
                <a:spcPts val="0"/>
              </a:spcAft>
              <a:buClr>
                <a:schemeClr val="dk1"/>
              </a:buClr>
              <a:buSzPts val="900"/>
              <a:buFont typeface="Arial"/>
              <a:buNone/>
            </a:pPr>
            <a:r>
              <a:rPr lang="en"/>
              <a:t>SEPTEMBER </a:t>
            </a:r>
            <a:r>
              <a:rPr lang="en"/>
              <a:t>2025</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5"/>
          <p:cNvSpPr txBox="1"/>
          <p:nvPr>
            <p:ph type="ctrTitle"/>
          </p:nvPr>
        </p:nvSpPr>
        <p:spPr>
          <a:xfrm>
            <a:off x="556023" y="3040856"/>
            <a:ext cx="4908947" cy="925116"/>
          </a:xfrm>
          <a:prstGeom prst="rect">
            <a:avLst/>
          </a:prstGeom>
          <a:noFill/>
          <a:ln>
            <a:noFill/>
          </a:ln>
        </p:spPr>
        <p:txBody>
          <a:bodyPr anchorCtr="0" anchor="b" bIns="34275" lIns="0" spcFirstLastPara="1" rIns="34275" wrap="square" tIns="34275">
            <a:noAutofit/>
          </a:bodyPr>
          <a:lstStyle/>
          <a:p>
            <a:pPr indent="0" lvl="0" marL="0" rtl="0" algn="l">
              <a:lnSpc>
                <a:spcPct val="90000"/>
              </a:lnSpc>
              <a:spcBef>
                <a:spcPts val="0"/>
              </a:spcBef>
              <a:spcAft>
                <a:spcPts val="0"/>
              </a:spcAft>
              <a:buClr>
                <a:schemeClr val="dk1"/>
              </a:buClr>
              <a:buSzPts val="3000"/>
              <a:buFont typeface="Open Sans"/>
              <a:buNone/>
            </a:pPr>
            <a:r>
              <a:rPr lang="en"/>
              <a:t>Presentation Title Here and Maybe Here</a:t>
            </a:r>
            <a:endParaRPr/>
          </a:p>
        </p:txBody>
      </p:sp>
      <p:sp>
        <p:nvSpPr>
          <p:cNvPr id="383" name="Google Shape;383;p45"/>
          <p:cNvSpPr txBox="1"/>
          <p:nvPr>
            <p:ph idx="1" type="subTitle"/>
          </p:nvPr>
        </p:nvSpPr>
        <p:spPr>
          <a:xfrm>
            <a:off x="556249" y="4089055"/>
            <a:ext cx="3608042" cy="273199"/>
          </a:xfrm>
          <a:prstGeom prst="rect">
            <a:avLst/>
          </a:prstGeom>
          <a:noFill/>
          <a:ln>
            <a:noFill/>
          </a:ln>
        </p:spPr>
        <p:txBody>
          <a:bodyPr anchorCtr="0" anchor="t" bIns="34275" lIns="0" spcFirstLastPara="1" rIns="34275" wrap="square" tIns="34275">
            <a:noAutofit/>
          </a:bodyPr>
          <a:lstStyle/>
          <a:p>
            <a:pPr indent="0" lvl="0" marL="0" rtl="0" algn="l">
              <a:lnSpc>
                <a:spcPct val="95000"/>
              </a:lnSpc>
              <a:spcBef>
                <a:spcPts val="0"/>
              </a:spcBef>
              <a:spcAft>
                <a:spcPts val="0"/>
              </a:spcAft>
              <a:buClr>
                <a:schemeClr val="dk1"/>
              </a:buClr>
              <a:buSzPts val="1600"/>
              <a:buNone/>
            </a:pPr>
            <a:r>
              <a:rPr lang="en"/>
              <a:t>Presenter Name, Presenter Title</a:t>
            </a:r>
            <a:endParaRPr/>
          </a:p>
        </p:txBody>
      </p:sp>
      <p:sp>
        <p:nvSpPr>
          <p:cNvPr id="384" name="Google Shape;384;p45"/>
          <p:cNvSpPr txBox="1"/>
          <p:nvPr>
            <p:ph idx="2" type="body"/>
          </p:nvPr>
        </p:nvSpPr>
        <p:spPr>
          <a:xfrm>
            <a:off x="542731" y="2759510"/>
            <a:ext cx="2448848" cy="294085"/>
          </a:xfrm>
          <a:prstGeom prst="rect">
            <a:avLst/>
          </a:prstGeom>
          <a:noFill/>
          <a:ln>
            <a:noFill/>
          </a:ln>
        </p:spPr>
        <p:txBody>
          <a:bodyPr anchorCtr="0" anchor="ctr" bIns="34275" lIns="0" spcFirstLastPara="1" rIns="34275" wrap="square" tIns="34275">
            <a:noAutofit/>
          </a:bodyPr>
          <a:lstStyle/>
          <a:p>
            <a:pPr indent="0" lvl="0" marL="0" rtl="0" algn="l">
              <a:lnSpc>
                <a:spcPct val="95000"/>
              </a:lnSpc>
              <a:spcBef>
                <a:spcPts val="0"/>
              </a:spcBef>
              <a:spcAft>
                <a:spcPts val="0"/>
              </a:spcAft>
              <a:buClr>
                <a:schemeClr val="dk1"/>
              </a:buClr>
              <a:buSzPts val="900"/>
              <a:buNone/>
            </a:pPr>
            <a:r>
              <a:rPr lang="en"/>
              <a:t>SEPTEMBER 2023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6"/>
          <p:cNvSpPr txBox="1"/>
          <p:nvPr>
            <p:ph type="title"/>
          </p:nvPr>
        </p:nvSpPr>
        <p:spPr>
          <a:xfrm>
            <a:off x="2036707" y="633889"/>
            <a:ext cx="1544113" cy="994172"/>
          </a:xfrm>
          <a:prstGeom prst="rect">
            <a:avLst/>
          </a:prstGeom>
          <a:noFill/>
          <a:ln>
            <a:noFill/>
          </a:ln>
        </p:spPr>
        <p:txBody>
          <a:bodyPr anchorCtr="0" anchor="b" bIns="34275" lIns="0" spcFirstLastPara="1" rIns="34275" wrap="square" tIns="34275">
            <a:noAutofit/>
          </a:bodyPr>
          <a:lstStyle/>
          <a:p>
            <a:pPr indent="0" lvl="0" marL="0" rtl="0" algn="l">
              <a:lnSpc>
                <a:spcPct val="90000"/>
              </a:lnSpc>
              <a:spcBef>
                <a:spcPts val="0"/>
              </a:spcBef>
              <a:spcAft>
                <a:spcPts val="0"/>
              </a:spcAft>
              <a:buClr>
                <a:schemeClr val="dk1"/>
              </a:buClr>
              <a:buSzPts val="3000"/>
              <a:buFont typeface="Open Sans"/>
              <a:buNone/>
            </a:pPr>
            <a:r>
              <a:rPr lang="en"/>
              <a:t>Agenda</a:t>
            </a:r>
            <a:endParaRPr/>
          </a:p>
        </p:txBody>
      </p:sp>
      <p:sp>
        <p:nvSpPr>
          <p:cNvPr id="390" name="Google Shape;390;p46"/>
          <p:cNvSpPr txBox="1"/>
          <p:nvPr>
            <p:ph idx="1" type="body"/>
          </p:nvPr>
        </p:nvSpPr>
        <p:spPr>
          <a:xfrm>
            <a:off x="4572000" y="1037492"/>
            <a:ext cx="2822418" cy="3112219"/>
          </a:xfrm>
          <a:prstGeom prst="rect">
            <a:avLst/>
          </a:prstGeom>
          <a:noFill/>
          <a:ln>
            <a:noFill/>
          </a:ln>
        </p:spPr>
        <p:txBody>
          <a:bodyPr anchorCtr="0" anchor="t" bIns="34275" lIns="0" spcFirstLastPara="1" rIns="34275" wrap="square" tIns="34275">
            <a:noAutofit/>
          </a:bodyPr>
          <a:lstStyle/>
          <a:p>
            <a:pPr indent="-254000" lvl="0" marL="254000" rtl="0" algn="l">
              <a:lnSpc>
                <a:spcPct val="200000"/>
              </a:lnSpc>
              <a:spcBef>
                <a:spcPts val="0"/>
              </a:spcBef>
              <a:spcAft>
                <a:spcPts val="0"/>
              </a:spcAft>
              <a:buClr>
                <a:schemeClr val="dk1"/>
              </a:buClr>
              <a:buSzPts val="1200"/>
              <a:buFont typeface="Arial"/>
              <a:buAutoNum type="arabicPeriod"/>
            </a:pPr>
            <a:r>
              <a:rPr lang="en"/>
              <a:t>Agenda Item Lorem ipsum dolor</a:t>
            </a:r>
            <a:endParaRPr/>
          </a:p>
          <a:p>
            <a:pPr indent="-254000" lvl="0" marL="254000" rtl="0" algn="l">
              <a:lnSpc>
                <a:spcPct val="200000"/>
              </a:lnSpc>
              <a:spcBef>
                <a:spcPts val="1400"/>
              </a:spcBef>
              <a:spcAft>
                <a:spcPts val="0"/>
              </a:spcAft>
              <a:buClr>
                <a:schemeClr val="dk1"/>
              </a:buClr>
              <a:buSzPts val="1200"/>
              <a:buFont typeface="Arial"/>
              <a:buAutoNum type="arabicPeriod"/>
            </a:pPr>
            <a:r>
              <a:rPr lang="en"/>
              <a:t>Agenda Item Lorem ipsum dolor </a:t>
            </a:r>
            <a:endParaRPr/>
          </a:p>
          <a:p>
            <a:pPr indent="-254000" lvl="0" marL="254000" rtl="0" algn="l">
              <a:lnSpc>
                <a:spcPct val="200000"/>
              </a:lnSpc>
              <a:spcBef>
                <a:spcPts val="1400"/>
              </a:spcBef>
              <a:spcAft>
                <a:spcPts val="0"/>
              </a:spcAft>
              <a:buClr>
                <a:schemeClr val="dk1"/>
              </a:buClr>
              <a:buSzPts val="1200"/>
              <a:buFont typeface="Arial"/>
              <a:buAutoNum type="arabicPeriod"/>
            </a:pPr>
            <a:r>
              <a:rPr lang="en"/>
              <a:t>Agenda Item Lorem ipsum dolor </a:t>
            </a:r>
            <a:endParaRPr/>
          </a:p>
          <a:p>
            <a:pPr indent="-254000" lvl="0" marL="254000" rtl="0" algn="l">
              <a:lnSpc>
                <a:spcPct val="200000"/>
              </a:lnSpc>
              <a:spcBef>
                <a:spcPts val="1400"/>
              </a:spcBef>
              <a:spcAft>
                <a:spcPts val="0"/>
              </a:spcAft>
              <a:buClr>
                <a:schemeClr val="dk1"/>
              </a:buClr>
              <a:buSzPts val="1200"/>
              <a:buFont typeface="Arial"/>
              <a:buAutoNum type="arabicPeriod"/>
            </a:pPr>
            <a:r>
              <a:rPr lang="en"/>
              <a:t>Agenda Item Lorem ipsum dolor </a:t>
            </a:r>
            <a:endParaRPr/>
          </a:p>
          <a:p>
            <a:pPr indent="-254000" lvl="0" marL="254000" rtl="0" algn="l">
              <a:lnSpc>
                <a:spcPct val="200000"/>
              </a:lnSpc>
              <a:spcBef>
                <a:spcPts val="1400"/>
              </a:spcBef>
              <a:spcAft>
                <a:spcPts val="0"/>
              </a:spcAft>
              <a:buClr>
                <a:schemeClr val="dk1"/>
              </a:buClr>
              <a:buSzPts val="1200"/>
              <a:buFont typeface="Arial"/>
              <a:buAutoNum type="arabicPeriod"/>
            </a:pPr>
            <a:r>
              <a:rPr lang="en"/>
              <a:t>Agenda Item Lorem ipsum dolor</a:t>
            </a:r>
            <a:endParaRPr/>
          </a:p>
          <a:p>
            <a:pPr indent="-254000" lvl="0" marL="254000" rtl="0" algn="l">
              <a:lnSpc>
                <a:spcPct val="200000"/>
              </a:lnSpc>
              <a:spcBef>
                <a:spcPts val="1400"/>
              </a:spcBef>
              <a:spcAft>
                <a:spcPts val="0"/>
              </a:spcAft>
              <a:buSzPts val="1200"/>
              <a:buFont typeface="Arial"/>
              <a:buAutoNum type="arabicPeriod"/>
            </a:pPr>
            <a:r>
              <a:rPr lang="en"/>
              <a:t>Agenda Item Lorem ipsum dolor  </a:t>
            </a:r>
            <a:endParaRPr/>
          </a:p>
          <a:p>
            <a:pPr indent="0" lvl="0" marL="0" rtl="0" algn="l">
              <a:lnSpc>
                <a:spcPct val="200000"/>
              </a:lnSpc>
              <a:spcBef>
                <a:spcPts val="1400"/>
              </a:spcBef>
              <a:spcAft>
                <a:spcPts val="0"/>
              </a:spcAft>
              <a:buClr>
                <a:schemeClr val="dk1"/>
              </a:buClr>
              <a:buSzPts val="1200"/>
              <a:buFont typeface="Arial"/>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7"/>
          <p:cNvSpPr txBox="1"/>
          <p:nvPr>
            <p:ph type="title"/>
          </p:nvPr>
        </p:nvSpPr>
        <p:spPr>
          <a:xfrm>
            <a:off x="553292" y="633889"/>
            <a:ext cx="1544113" cy="994172"/>
          </a:xfrm>
          <a:prstGeom prst="rect">
            <a:avLst/>
          </a:prstGeom>
          <a:noFill/>
          <a:ln>
            <a:noFill/>
          </a:ln>
        </p:spPr>
        <p:txBody>
          <a:bodyPr anchorCtr="0" anchor="b" bIns="34275" lIns="0" spcFirstLastPara="1" rIns="34275" wrap="square" tIns="34275">
            <a:noAutofit/>
          </a:bodyPr>
          <a:lstStyle/>
          <a:p>
            <a:pPr indent="0" lvl="0" marL="0" rtl="0" algn="l">
              <a:lnSpc>
                <a:spcPct val="90000"/>
              </a:lnSpc>
              <a:spcBef>
                <a:spcPts val="0"/>
              </a:spcBef>
              <a:spcAft>
                <a:spcPts val="0"/>
              </a:spcAft>
              <a:buClr>
                <a:schemeClr val="dk1"/>
              </a:buClr>
              <a:buSzPts val="3000"/>
              <a:buFont typeface="Open Sans"/>
              <a:buNone/>
            </a:pPr>
            <a:r>
              <a:rPr lang="en"/>
              <a:t>Agenda</a:t>
            </a:r>
            <a:endParaRPr/>
          </a:p>
        </p:txBody>
      </p:sp>
      <p:sp>
        <p:nvSpPr>
          <p:cNvPr id="396" name="Google Shape;396;p47"/>
          <p:cNvSpPr txBox="1"/>
          <p:nvPr>
            <p:ph idx="1" type="body"/>
          </p:nvPr>
        </p:nvSpPr>
        <p:spPr>
          <a:xfrm>
            <a:off x="4572000" y="1181174"/>
            <a:ext cx="2420580" cy="3112219"/>
          </a:xfrm>
          <a:prstGeom prst="rect">
            <a:avLst/>
          </a:prstGeom>
          <a:noFill/>
          <a:ln>
            <a:noFill/>
          </a:ln>
        </p:spPr>
        <p:txBody>
          <a:bodyPr anchorCtr="0" anchor="t" bIns="34275" lIns="0" spcFirstLastPara="1" rIns="34275" wrap="square" tIns="34275">
            <a:noAutofit/>
          </a:bodyPr>
          <a:lstStyle/>
          <a:p>
            <a:pPr indent="0" lvl="0" marL="0" rtl="0" algn="l">
              <a:lnSpc>
                <a:spcPct val="95000"/>
              </a:lnSpc>
              <a:spcBef>
                <a:spcPts val="0"/>
              </a:spcBef>
              <a:spcAft>
                <a:spcPts val="0"/>
              </a:spcAft>
              <a:buClr>
                <a:schemeClr val="dk1"/>
              </a:buClr>
              <a:buSzPts val="1200"/>
              <a:buFont typeface="Arial"/>
              <a:buNone/>
            </a:pPr>
            <a:r>
              <a:rPr lang="en"/>
              <a:t>Agenda Item Lorem ipsum dolor </a:t>
            </a:r>
            <a:endParaRPr/>
          </a:p>
          <a:p>
            <a:pPr indent="0" lvl="1" marL="0" rtl="0" algn="l">
              <a:lnSpc>
                <a:spcPct val="95000"/>
              </a:lnSpc>
              <a:spcBef>
                <a:spcPts val="500"/>
              </a:spcBef>
              <a:spcAft>
                <a:spcPts val="0"/>
              </a:spcAft>
              <a:buClr>
                <a:schemeClr val="dk1"/>
              </a:buClr>
              <a:buSzPts val="900"/>
              <a:buNone/>
            </a:pPr>
            <a:r>
              <a:rPr lang="en"/>
              <a:t>Optional sub copy for an agenda item</a:t>
            </a:r>
            <a:endParaRPr/>
          </a:p>
          <a:p>
            <a:pPr indent="0" lvl="0" marL="0" rtl="0" algn="l">
              <a:lnSpc>
                <a:spcPct val="95000"/>
              </a:lnSpc>
              <a:spcBef>
                <a:spcPts val="1300"/>
              </a:spcBef>
              <a:spcAft>
                <a:spcPts val="0"/>
              </a:spcAft>
              <a:buClr>
                <a:schemeClr val="dk1"/>
              </a:buClr>
              <a:buSzPts val="1200"/>
              <a:buFont typeface="Arial"/>
              <a:buNone/>
            </a:pPr>
            <a:r>
              <a:rPr lang="en"/>
              <a:t>Agenda Item Lorem ipsum dolor </a:t>
            </a:r>
            <a:endParaRPr/>
          </a:p>
          <a:p>
            <a:pPr indent="0" lvl="1" marL="0" rtl="0" algn="l">
              <a:lnSpc>
                <a:spcPct val="95000"/>
              </a:lnSpc>
              <a:spcBef>
                <a:spcPts val="500"/>
              </a:spcBef>
              <a:spcAft>
                <a:spcPts val="0"/>
              </a:spcAft>
              <a:buClr>
                <a:schemeClr val="dk1"/>
              </a:buClr>
              <a:buSzPts val="900"/>
              <a:buNone/>
            </a:pPr>
            <a:r>
              <a:rPr lang="en"/>
              <a:t>Optional sub copy for an agenda item</a:t>
            </a:r>
            <a:endParaRPr/>
          </a:p>
          <a:p>
            <a:pPr indent="0" lvl="0" marL="0" rtl="0" algn="l">
              <a:lnSpc>
                <a:spcPct val="95000"/>
              </a:lnSpc>
              <a:spcBef>
                <a:spcPts val="1300"/>
              </a:spcBef>
              <a:spcAft>
                <a:spcPts val="0"/>
              </a:spcAft>
              <a:buClr>
                <a:schemeClr val="dk1"/>
              </a:buClr>
              <a:buSzPts val="1200"/>
              <a:buFont typeface="Arial"/>
              <a:buNone/>
            </a:pPr>
            <a:r>
              <a:rPr lang="en"/>
              <a:t>Agenda Item Lorem ipsum dolor </a:t>
            </a:r>
            <a:endParaRPr/>
          </a:p>
          <a:p>
            <a:pPr indent="0" lvl="1" marL="0" rtl="0" algn="l">
              <a:lnSpc>
                <a:spcPct val="95000"/>
              </a:lnSpc>
              <a:spcBef>
                <a:spcPts val="500"/>
              </a:spcBef>
              <a:spcAft>
                <a:spcPts val="0"/>
              </a:spcAft>
              <a:buClr>
                <a:schemeClr val="dk1"/>
              </a:buClr>
              <a:buSzPts val="900"/>
              <a:buNone/>
            </a:pPr>
            <a:r>
              <a:rPr lang="en"/>
              <a:t>Optional sub copy for an agenda item</a:t>
            </a:r>
            <a:endParaRPr/>
          </a:p>
          <a:p>
            <a:pPr indent="0" lvl="0" marL="0" rtl="0" algn="l">
              <a:lnSpc>
                <a:spcPct val="95000"/>
              </a:lnSpc>
              <a:spcBef>
                <a:spcPts val="1300"/>
              </a:spcBef>
              <a:spcAft>
                <a:spcPts val="0"/>
              </a:spcAft>
              <a:buClr>
                <a:schemeClr val="dk1"/>
              </a:buClr>
              <a:buSzPts val="1200"/>
              <a:buFont typeface="Arial"/>
              <a:buNone/>
            </a:pPr>
            <a:r>
              <a:rPr lang="en"/>
              <a:t>Agenda Item Lorem ipsum dolor </a:t>
            </a:r>
            <a:endParaRPr/>
          </a:p>
          <a:p>
            <a:pPr indent="0" lvl="1" marL="0" rtl="0" algn="l">
              <a:lnSpc>
                <a:spcPct val="95000"/>
              </a:lnSpc>
              <a:spcBef>
                <a:spcPts val="500"/>
              </a:spcBef>
              <a:spcAft>
                <a:spcPts val="0"/>
              </a:spcAft>
              <a:buClr>
                <a:schemeClr val="dk1"/>
              </a:buClr>
              <a:buSzPts val="900"/>
              <a:buNone/>
            </a:pPr>
            <a:r>
              <a:rPr lang="en"/>
              <a:t>Optional sub copy for an agenda item</a:t>
            </a:r>
            <a:endParaRPr/>
          </a:p>
          <a:p>
            <a:pPr indent="0" lvl="0" marL="0" rtl="0" algn="l">
              <a:lnSpc>
                <a:spcPct val="95000"/>
              </a:lnSpc>
              <a:spcBef>
                <a:spcPts val="1300"/>
              </a:spcBef>
              <a:spcAft>
                <a:spcPts val="0"/>
              </a:spcAft>
              <a:buClr>
                <a:schemeClr val="dk1"/>
              </a:buClr>
              <a:buSzPts val="1200"/>
              <a:buFont typeface="Arial"/>
              <a:buNone/>
            </a:pPr>
            <a:r>
              <a:rPr lang="en"/>
              <a:t>Agenda Item Lorem ipsum dolor </a:t>
            </a:r>
            <a:endParaRPr/>
          </a:p>
          <a:p>
            <a:pPr indent="0" lvl="1" marL="0" rtl="0" algn="l">
              <a:lnSpc>
                <a:spcPct val="95000"/>
              </a:lnSpc>
              <a:spcBef>
                <a:spcPts val="500"/>
              </a:spcBef>
              <a:spcAft>
                <a:spcPts val="0"/>
              </a:spcAft>
              <a:buClr>
                <a:schemeClr val="dk1"/>
              </a:buClr>
              <a:buSzPts val="900"/>
              <a:buNone/>
            </a:pPr>
            <a:r>
              <a:rPr lang="en"/>
              <a:t>Optional sub copy for an agenda item</a:t>
            </a:r>
            <a:endParaRPr/>
          </a:p>
          <a:p>
            <a:pPr indent="0" lvl="0" marL="0" rtl="0" algn="l">
              <a:lnSpc>
                <a:spcPct val="95000"/>
              </a:lnSpc>
              <a:spcBef>
                <a:spcPts val="1300"/>
              </a:spcBef>
              <a:spcAft>
                <a:spcPts val="0"/>
              </a:spcAft>
              <a:buClr>
                <a:schemeClr val="dk1"/>
              </a:buClr>
              <a:buSzPts val="1200"/>
              <a:buFont typeface="Arial"/>
              <a:buNone/>
            </a:pPr>
            <a:r>
              <a:rPr lang="en"/>
              <a:t>Agenda Item Lorem ipsum dolor </a:t>
            </a:r>
            <a:endParaRPr/>
          </a:p>
          <a:p>
            <a:pPr indent="0" lvl="1" marL="0" rtl="0" algn="l">
              <a:lnSpc>
                <a:spcPct val="95000"/>
              </a:lnSpc>
              <a:spcBef>
                <a:spcPts val="500"/>
              </a:spcBef>
              <a:spcAft>
                <a:spcPts val="0"/>
              </a:spcAft>
              <a:buClr>
                <a:schemeClr val="dk1"/>
              </a:buClr>
              <a:buSzPts val="900"/>
              <a:buNone/>
            </a:pPr>
            <a:r>
              <a:rPr lang="en"/>
              <a:t>Optional sub copy for an agenda item</a:t>
            </a:r>
            <a:endParaRPr/>
          </a:p>
          <a:p>
            <a:pPr indent="0" lvl="1" marL="0" rtl="0" algn="l">
              <a:lnSpc>
                <a:spcPct val="95000"/>
              </a:lnSpc>
              <a:spcBef>
                <a:spcPts val="500"/>
              </a:spcBef>
              <a:spcAft>
                <a:spcPts val="0"/>
              </a:spcAft>
              <a:buClr>
                <a:schemeClr val="dk1"/>
              </a:buClr>
              <a:buSzPts val="9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8"/>
          <p:cNvSpPr txBox="1"/>
          <p:nvPr>
            <p:ph type="title"/>
          </p:nvPr>
        </p:nvSpPr>
        <p:spPr>
          <a:xfrm>
            <a:off x="570976" y="1753394"/>
            <a:ext cx="4197971" cy="966066"/>
          </a:xfrm>
          <a:prstGeom prst="rect">
            <a:avLst/>
          </a:prstGeom>
          <a:noFill/>
          <a:ln>
            <a:noFill/>
          </a:ln>
        </p:spPr>
        <p:txBody>
          <a:bodyPr anchorCtr="0" anchor="t" bIns="34275" lIns="0" spcFirstLastPara="1" rIns="34275" wrap="square" tIns="34275">
            <a:noAutofit/>
          </a:bodyPr>
          <a:lstStyle/>
          <a:p>
            <a:pPr indent="0" lvl="0" marL="0" rtl="0" algn="l">
              <a:lnSpc>
                <a:spcPct val="90000"/>
              </a:lnSpc>
              <a:spcBef>
                <a:spcPts val="0"/>
              </a:spcBef>
              <a:spcAft>
                <a:spcPts val="0"/>
              </a:spcAft>
              <a:buClr>
                <a:schemeClr val="dk1"/>
              </a:buClr>
              <a:buSzPts val="3000"/>
              <a:buFont typeface="Open Sans"/>
              <a:buNone/>
            </a:pPr>
            <a:r>
              <a:rPr lang="en" sz="3400"/>
              <a:t>Divider Slide Title Goes here</a:t>
            </a:r>
            <a:endParaRPr sz="3400"/>
          </a:p>
        </p:txBody>
      </p:sp>
      <p:sp>
        <p:nvSpPr>
          <p:cNvPr id="402" name="Google Shape;402;p48"/>
          <p:cNvSpPr txBox="1"/>
          <p:nvPr/>
        </p:nvSpPr>
        <p:spPr>
          <a:xfrm>
            <a:off x="570976" y="2737924"/>
            <a:ext cx="3608042" cy="273199"/>
          </a:xfrm>
          <a:prstGeom prst="rect">
            <a:avLst/>
          </a:prstGeom>
          <a:noFill/>
          <a:ln>
            <a:noFill/>
          </a:ln>
        </p:spPr>
        <p:txBody>
          <a:bodyPr anchorCtr="0" anchor="t" bIns="34275" lIns="0" spcFirstLastPara="1" rIns="34275" wrap="square" tIns="34275">
            <a:noAutofit/>
          </a:bodyPr>
          <a:lstStyle/>
          <a:p>
            <a:pPr indent="0" lvl="0" marL="0" marR="0" rtl="0" algn="l">
              <a:lnSpc>
                <a:spcPct val="95000"/>
              </a:lnSpc>
              <a:spcBef>
                <a:spcPts val="0"/>
              </a:spcBef>
              <a:spcAft>
                <a:spcPts val="0"/>
              </a:spcAft>
              <a:buClr>
                <a:schemeClr val="dk1"/>
              </a:buClr>
              <a:buSzPts val="1600"/>
              <a:buFont typeface="Arial"/>
              <a:buNone/>
            </a:pPr>
            <a:r>
              <a:rPr b="0" i="0" lang="en" sz="1800" u="none" cap="none" strike="noStrike">
                <a:solidFill>
                  <a:srgbClr val="888888"/>
                </a:solidFill>
                <a:latin typeface="Open Sans"/>
                <a:ea typeface="Open Sans"/>
                <a:cs typeface="Open Sans"/>
                <a:sym typeface="Open Sans"/>
              </a:rPr>
              <a:t>Subhead if needed goes here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9"/>
          <p:cNvSpPr txBox="1"/>
          <p:nvPr/>
        </p:nvSpPr>
        <p:spPr>
          <a:xfrm>
            <a:off x="570976" y="1753394"/>
            <a:ext cx="4197971" cy="966066"/>
          </a:xfrm>
          <a:prstGeom prst="rect">
            <a:avLst/>
          </a:prstGeom>
          <a:noFill/>
          <a:ln>
            <a:noFill/>
          </a:ln>
        </p:spPr>
        <p:txBody>
          <a:bodyPr anchorCtr="0" anchor="t" bIns="34275" lIns="0" spcFirstLastPara="1" rIns="34275" wrap="square" tIns="34275">
            <a:noAutofit/>
          </a:bodyPr>
          <a:lstStyle/>
          <a:p>
            <a:pPr indent="0" lvl="0" marL="0" marR="0" rtl="0" algn="l">
              <a:lnSpc>
                <a:spcPct val="90000"/>
              </a:lnSpc>
              <a:spcBef>
                <a:spcPts val="0"/>
              </a:spcBef>
              <a:spcAft>
                <a:spcPts val="0"/>
              </a:spcAft>
              <a:buClr>
                <a:schemeClr val="dk1"/>
              </a:buClr>
              <a:buSzPts val="3000"/>
              <a:buFont typeface="Open Sans"/>
              <a:buNone/>
            </a:pPr>
            <a:r>
              <a:rPr b="1" i="0" lang="en" sz="3400" u="none" cap="none" strike="noStrike">
                <a:solidFill>
                  <a:schemeClr val="dk1"/>
                </a:solidFill>
                <a:latin typeface="Open Sans ExtraBold"/>
                <a:ea typeface="Open Sans ExtraBold"/>
                <a:cs typeface="Open Sans ExtraBold"/>
                <a:sym typeface="Open Sans ExtraBold"/>
              </a:rPr>
              <a:t>Divider Slide Title Goes here</a:t>
            </a:r>
            <a:endParaRPr b="0" i="0" sz="1100" u="none" cap="none" strike="noStrike">
              <a:solidFill>
                <a:srgbClr val="000000"/>
              </a:solidFill>
              <a:latin typeface="Arial"/>
              <a:ea typeface="Arial"/>
              <a:cs typeface="Arial"/>
              <a:sym typeface="Arial"/>
            </a:endParaRPr>
          </a:p>
        </p:txBody>
      </p:sp>
      <p:sp>
        <p:nvSpPr>
          <p:cNvPr id="408" name="Google Shape;408;p49"/>
          <p:cNvSpPr txBox="1"/>
          <p:nvPr/>
        </p:nvSpPr>
        <p:spPr>
          <a:xfrm>
            <a:off x="570976" y="2737924"/>
            <a:ext cx="3608042" cy="273199"/>
          </a:xfrm>
          <a:prstGeom prst="rect">
            <a:avLst/>
          </a:prstGeom>
          <a:noFill/>
          <a:ln>
            <a:noFill/>
          </a:ln>
        </p:spPr>
        <p:txBody>
          <a:bodyPr anchorCtr="0" anchor="t" bIns="34275" lIns="0" spcFirstLastPara="1" rIns="34275" wrap="square" tIns="34275">
            <a:noAutofit/>
          </a:bodyPr>
          <a:lstStyle/>
          <a:p>
            <a:pPr indent="0" lvl="0" marL="0" marR="0" rtl="0" algn="l">
              <a:lnSpc>
                <a:spcPct val="95000"/>
              </a:lnSpc>
              <a:spcBef>
                <a:spcPts val="0"/>
              </a:spcBef>
              <a:spcAft>
                <a:spcPts val="0"/>
              </a:spcAft>
              <a:buClr>
                <a:schemeClr val="dk1"/>
              </a:buClr>
              <a:buSzPts val="1600"/>
              <a:buFont typeface="Arial"/>
              <a:buNone/>
            </a:pPr>
            <a:r>
              <a:rPr b="0" i="0" lang="en" sz="1800" u="none" cap="none" strike="noStrike">
                <a:solidFill>
                  <a:srgbClr val="888888"/>
                </a:solidFill>
                <a:latin typeface="Open Sans"/>
                <a:ea typeface="Open Sans"/>
                <a:cs typeface="Open Sans"/>
                <a:sym typeface="Open Sans"/>
              </a:rPr>
              <a:t>Subhead if needed goes here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0"/>
          <p:cNvSpPr txBox="1"/>
          <p:nvPr/>
        </p:nvSpPr>
        <p:spPr>
          <a:xfrm>
            <a:off x="570976" y="1753394"/>
            <a:ext cx="4197971" cy="966066"/>
          </a:xfrm>
          <a:prstGeom prst="rect">
            <a:avLst/>
          </a:prstGeom>
          <a:noFill/>
          <a:ln>
            <a:noFill/>
          </a:ln>
        </p:spPr>
        <p:txBody>
          <a:bodyPr anchorCtr="0" anchor="t" bIns="34275" lIns="0" spcFirstLastPara="1" rIns="34275" wrap="square" tIns="34275">
            <a:noAutofit/>
          </a:bodyPr>
          <a:lstStyle/>
          <a:p>
            <a:pPr indent="0" lvl="0" marL="0" marR="0" rtl="0" algn="l">
              <a:lnSpc>
                <a:spcPct val="90000"/>
              </a:lnSpc>
              <a:spcBef>
                <a:spcPts val="0"/>
              </a:spcBef>
              <a:spcAft>
                <a:spcPts val="0"/>
              </a:spcAft>
              <a:buClr>
                <a:schemeClr val="dk1"/>
              </a:buClr>
              <a:buSzPts val="3000"/>
              <a:buFont typeface="Open Sans"/>
              <a:buNone/>
            </a:pPr>
            <a:r>
              <a:rPr b="1" i="0" lang="en" sz="3400" u="none" cap="none" strike="noStrike">
                <a:solidFill>
                  <a:schemeClr val="dk1"/>
                </a:solidFill>
                <a:latin typeface="Open Sans ExtraBold"/>
                <a:ea typeface="Open Sans ExtraBold"/>
                <a:cs typeface="Open Sans ExtraBold"/>
                <a:sym typeface="Open Sans ExtraBold"/>
              </a:rPr>
              <a:t>Divider Slide Title Goes here</a:t>
            </a:r>
            <a:endParaRPr b="0" i="0" sz="1100" u="none" cap="none" strike="noStrike">
              <a:solidFill>
                <a:srgbClr val="000000"/>
              </a:solidFill>
              <a:latin typeface="Arial"/>
              <a:ea typeface="Arial"/>
              <a:cs typeface="Arial"/>
              <a:sym typeface="Arial"/>
            </a:endParaRPr>
          </a:p>
        </p:txBody>
      </p:sp>
      <p:sp>
        <p:nvSpPr>
          <p:cNvPr id="414" name="Google Shape;414;p50"/>
          <p:cNvSpPr txBox="1"/>
          <p:nvPr/>
        </p:nvSpPr>
        <p:spPr>
          <a:xfrm>
            <a:off x="570976" y="2737924"/>
            <a:ext cx="3608042" cy="273199"/>
          </a:xfrm>
          <a:prstGeom prst="rect">
            <a:avLst/>
          </a:prstGeom>
          <a:noFill/>
          <a:ln>
            <a:noFill/>
          </a:ln>
        </p:spPr>
        <p:txBody>
          <a:bodyPr anchorCtr="0" anchor="t" bIns="34275" lIns="0" spcFirstLastPara="1" rIns="34275" wrap="square" tIns="34275">
            <a:noAutofit/>
          </a:bodyPr>
          <a:lstStyle/>
          <a:p>
            <a:pPr indent="0" lvl="0" marL="0" marR="0" rtl="0" algn="l">
              <a:lnSpc>
                <a:spcPct val="95000"/>
              </a:lnSpc>
              <a:spcBef>
                <a:spcPts val="0"/>
              </a:spcBef>
              <a:spcAft>
                <a:spcPts val="0"/>
              </a:spcAft>
              <a:buClr>
                <a:schemeClr val="dk1"/>
              </a:buClr>
              <a:buSzPts val="1600"/>
              <a:buFont typeface="Arial"/>
              <a:buNone/>
            </a:pPr>
            <a:r>
              <a:rPr b="0" i="0" lang="en" sz="1800" u="none" cap="none" strike="noStrike">
                <a:solidFill>
                  <a:srgbClr val="888888"/>
                </a:solidFill>
                <a:latin typeface="Open Sans"/>
                <a:ea typeface="Open Sans"/>
                <a:cs typeface="Open Sans"/>
                <a:sym typeface="Open Sans"/>
              </a:rPr>
              <a:t>Subhead if needed goes here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1"/>
          <p:cNvSpPr/>
          <p:nvPr/>
        </p:nvSpPr>
        <p:spPr>
          <a:xfrm>
            <a:off x="971922" y="1432962"/>
            <a:ext cx="7200156" cy="2085191"/>
          </a:xfrm>
          <a:prstGeom prst="rect">
            <a:avLst/>
          </a:prstGeom>
          <a:noFill/>
          <a:ln>
            <a:noFill/>
          </a:ln>
        </p:spPr>
        <p:txBody>
          <a:bodyPr anchorCtr="0" anchor="ctr" bIns="0" lIns="0" spcFirstLastPara="1" rIns="0" wrap="square" tIns="0">
            <a:noAutofit/>
          </a:bodyPr>
          <a:lstStyle/>
          <a:p>
            <a:pPr indent="0" lvl="0" marL="0" marR="0" rtl="0" algn="ctr">
              <a:lnSpc>
                <a:spcPct val="104999"/>
              </a:lnSpc>
              <a:spcBef>
                <a:spcPts val="0"/>
              </a:spcBef>
              <a:spcAft>
                <a:spcPts val="0"/>
              </a:spcAft>
              <a:buClr>
                <a:srgbClr val="000000"/>
              </a:buClr>
              <a:buSzPts val="2700"/>
              <a:buFont typeface="Arial"/>
              <a:buNone/>
            </a:pPr>
            <a:r>
              <a:rPr b="1" i="0" lang="en" sz="2700" u="none" cap="none" strike="noStrike">
                <a:solidFill>
                  <a:srgbClr val="000000"/>
                </a:solidFill>
                <a:latin typeface="Open Sans ExtraBold"/>
                <a:ea typeface="Open Sans ExtraBold"/>
                <a:cs typeface="Open Sans ExtraBold"/>
                <a:sym typeface="Open Sans ExtraBold"/>
              </a:rPr>
              <a:t>Our mission is to simplify how organizations develop, deploy</a:t>
            </a:r>
            <a:br>
              <a:rPr b="1" i="0" lang="en" sz="2700" u="none" cap="none" strike="noStrike">
                <a:solidFill>
                  <a:srgbClr val="000000"/>
                </a:solidFill>
                <a:latin typeface="Open Sans ExtraBold"/>
                <a:ea typeface="Open Sans ExtraBold"/>
                <a:cs typeface="Open Sans ExtraBold"/>
                <a:sym typeface="Open Sans ExtraBold"/>
              </a:rPr>
            </a:br>
            <a:r>
              <a:rPr b="1" i="0" lang="en" sz="2700" u="none" cap="none" strike="noStrike">
                <a:solidFill>
                  <a:srgbClr val="000000"/>
                </a:solidFill>
                <a:latin typeface="Open Sans ExtraBold"/>
                <a:ea typeface="Open Sans ExtraBold"/>
                <a:cs typeface="Open Sans ExtraBold"/>
                <a:sym typeface="Open Sans ExtraBold"/>
              </a:rPr>
              <a:t>and run modern applications –</a:t>
            </a:r>
            <a:br>
              <a:rPr b="1" i="0" lang="en" sz="2700" u="none" cap="none" strike="noStrike">
                <a:solidFill>
                  <a:srgbClr val="000000"/>
                </a:solidFill>
                <a:latin typeface="Open Sans ExtraBold"/>
                <a:ea typeface="Open Sans ExtraBold"/>
                <a:cs typeface="Open Sans ExtraBold"/>
                <a:sym typeface="Open Sans ExtraBold"/>
              </a:rPr>
            </a:br>
            <a:r>
              <a:rPr b="1" i="0" lang="en" sz="2700" u="none" cap="none" strike="noStrike">
                <a:solidFill>
                  <a:srgbClr val="000000"/>
                </a:solidFill>
                <a:latin typeface="Open Sans ExtraBold"/>
                <a:ea typeface="Open Sans ExtraBold"/>
                <a:cs typeface="Open Sans ExtraBold"/>
                <a:sym typeface="Open Sans ExtraBold"/>
              </a:rPr>
              <a:t>wherever they are.</a:t>
            </a:r>
            <a:endParaRPr b="0" i="0" sz="2700" u="none" cap="none" strike="noStrike">
              <a:solidFill>
                <a:schemeClr val="dk1"/>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52"/>
          <p:cNvSpPr txBox="1"/>
          <p:nvPr/>
        </p:nvSpPr>
        <p:spPr>
          <a:xfrm>
            <a:off x="570976" y="1753394"/>
            <a:ext cx="4197971" cy="966066"/>
          </a:xfrm>
          <a:prstGeom prst="rect">
            <a:avLst/>
          </a:prstGeom>
          <a:noFill/>
          <a:ln>
            <a:noFill/>
          </a:ln>
        </p:spPr>
        <p:txBody>
          <a:bodyPr anchorCtr="0" anchor="t" bIns="34275" lIns="0" spcFirstLastPara="1" rIns="34275" wrap="square" tIns="34275">
            <a:noAutofit/>
          </a:bodyPr>
          <a:lstStyle/>
          <a:p>
            <a:pPr indent="0" lvl="0" marL="0" marR="0" rtl="0" algn="l">
              <a:lnSpc>
                <a:spcPct val="90000"/>
              </a:lnSpc>
              <a:spcBef>
                <a:spcPts val="0"/>
              </a:spcBef>
              <a:spcAft>
                <a:spcPts val="0"/>
              </a:spcAft>
              <a:buClr>
                <a:schemeClr val="dk1"/>
              </a:buClr>
              <a:buSzPts val="3000"/>
              <a:buFont typeface="Open Sans"/>
              <a:buNone/>
            </a:pPr>
            <a:r>
              <a:rPr b="1" i="0" lang="en" sz="3400" u="none" cap="none" strike="noStrike">
                <a:solidFill>
                  <a:schemeClr val="dk1"/>
                </a:solidFill>
                <a:latin typeface="Open Sans ExtraBold"/>
                <a:ea typeface="Open Sans ExtraBold"/>
                <a:cs typeface="Open Sans ExtraBold"/>
                <a:sym typeface="Open Sans ExtraBold"/>
              </a:rPr>
              <a:t>Divider Slide Title Goes here</a:t>
            </a:r>
            <a:endParaRPr b="0" i="0" sz="1100" u="none" cap="none" strike="noStrike">
              <a:solidFill>
                <a:srgbClr val="000000"/>
              </a:solidFill>
              <a:latin typeface="Arial"/>
              <a:ea typeface="Arial"/>
              <a:cs typeface="Arial"/>
              <a:sym typeface="Arial"/>
            </a:endParaRPr>
          </a:p>
        </p:txBody>
      </p:sp>
      <p:sp>
        <p:nvSpPr>
          <p:cNvPr id="425" name="Google Shape;425;p52"/>
          <p:cNvSpPr txBox="1"/>
          <p:nvPr/>
        </p:nvSpPr>
        <p:spPr>
          <a:xfrm>
            <a:off x="570976" y="2737924"/>
            <a:ext cx="3608042" cy="273199"/>
          </a:xfrm>
          <a:prstGeom prst="rect">
            <a:avLst/>
          </a:prstGeom>
          <a:noFill/>
          <a:ln>
            <a:noFill/>
          </a:ln>
        </p:spPr>
        <p:txBody>
          <a:bodyPr anchorCtr="0" anchor="t" bIns="34275" lIns="0" spcFirstLastPara="1" rIns="34275" wrap="square" tIns="34275">
            <a:noAutofit/>
          </a:bodyPr>
          <a:lstStyle/>
          <a:p>
            <a:pPr indent="0" lvl="0" marL="0" marR="0" rtl="0" algn="l">
              <a:lnSpc>
                <a:spcPct val="95000"/>
              </a:lnSpc>
              <a:spcBef>
                <a:spcPts val="0"/>
              </a:spcBef>
              <a:spcAft>
                <a:spcPts val="0"/>
              </a:spcAft>
              <a:buClr>
                <a:schemeClr val="dk1"/>
              </a:buClr>
              <a:buSzPts val="1600"/>
              <a:buFont typeface="Arial"/>
              <a:buNone/>
            </a:pPr>
            <a:r>
              <a:rPr b="0" i="0" lang="en" sz="1800" u="none" cap="none" strike="noStrike">
                <a:solidFill>
                  <a:srgbClr val="888888"/>
                </a:solidFill>
                <a:latin typeface="Open Sans"/>
                <a:ea typeface="Open Sans"/>
                <a:cs typeface="Open Sans"/>
                <a:sym typeface="Open Sans"/>
              </a:rPr>
              <a:t>Subhead if needed goes here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53"/>
          <p:cNvSpPr txBox="1"/>
          <p:nvPr/>
        </p:nvSpPr>
        <p:spPr>
          <a:xfrm>
            <a:off x="570976" y="1753394"/>
            <a:ext cx="4197971" cy="966066"/>
          </a:xfrm>
          <a:prstGeom prst="rect">
            <a:avLst/>
          </a:prstGeom>
          <a:noFill/>
          <a:ln>
            <a:noFill/>
          </a:ln>
        </p:spPr>
        <p:txBody>
          <a:bodyPr anchorCtr="0" anchor="t" bIns="34275" lIns="0" spcFirstLastPara="1" rIns="34275" wrap="square" tIns="34275">
            <a:noAutofit/>
          </a:bodyPr>
          <a:lstStyle/>
          <a:p>
            <a:pPr indent="0" lvl="0" marL="0" marR="0" rtl="0" algn="l">
              <a:lnSpc>
                <a:spcPct val="90000"/>
              </a:lnSpc>
              <a:spcBef>
                <a:spcPts val="0"/>
              </a:spcBef>
              <a:spcAft>
                <a:spcPts val="0"/>
              </a:spcAft>
              <a:buClr>
                <a:schemeClr val="dk1"/>
              </a:buClr>
              <a:buSzPts val="3000"/>
              <a:buFont typeface="Open Sans"/>
              <a:buNone/>
            </a:pPr>
            <a:r>
              <a:rPr b="1" i="0" lang="en" sz="3400" u="none" cap="none" strike="noStrike">
                <a:solidFill>
                  <a:schemeClr val="dk1"/>
                </a:solidFill>
                <a:latin typeface="Open Sans ExtraBold"/>
                <a:ea typeface="Open Sans ExtraBold"/>
                <a:cs typeface="Open Sans ExtraBold"/>
                <a:sym typeface="Open Sans ExtraBold"/>
              </a:rPr>
              <a:t>Divider Slide Title Goes here</a:t>
            </a:r>
            <a:endParaRPr b="0" i="0" sz="1100" u="none" cap="none" strike="noStrike">
              <a:solidFill>
                <a:srgbClr val="000000"/>
              </a:solidFill>
              <a:latin typeface="Arial"/>
              <a:ea typeface="Arial"/>
              <a:cs typeface="Arial"/>
              <a:sym typeface="Arial"/>
            </a:endParaRPr>
          </a:p>
        </p:txBody>
      </p:sp>
      <p:sp>
        <p:nvSpPr>
          <p:cNvPr id="431" name="Google Shape;431;p53"/>
          <p:cNvSpPr txBox="1"/>
          <p:nvPr/>
        </p:nvSpPr>
        <p:spPr>
          <a:xfrm>
            <a:off x="570976" y="2737924"/>
            <a:ext cx="3608042" cy="273199"/>
          </a:xfrm>
          <a:prstGeom prst="rect">
            <a:avLst/>
          </a:prstGeom>
          <a:noFill/>
          <a:ln>
            <a:noFill/>
          </a:ln>
        </p:spPr>
        <p:txBody>
          <a:bodyPr anchorCtr="0" anchor="t" bIns="34275" lIns="0" spcFirstLastPara="1" rIns="34275" wrap="square" tIns="34275">
            <a:noAutofit/>
          </a:bodyPr>
          <a:lstStyle/>
          <a:p>
            <a:pPr indent="0" lvl="0" marL="0" marR="0" rtl="0" algn="l">
              <a:lnSpc>
                <a:spcPct val="95000"/>
              </a:lnSpc>
              <a:spcBef>
                <a:spcPts val="0"/>
              </a:spcBef>
              <a:spcAft>
                <a:spcPts val="0"/>
              </a:spcAft>
              <a:buClr>
                <a:schemeClr val="dk1"/>
              </a:buClr>
              <a:buSzPts val="1600"/>
              <a:buFont typeface="Arial"/>
              <a:buNone/>
            </a:pPr>
            <a:r>
              <a:rPr b="0" i="0" lang="en" sz="1800" u="none" cap="none" strike="noStrike">
                <a:solidFill>
                  <a:srgbClr val="888888"/>
                </a:solidFill>
                <a:latin typeface="Open Sans"/>
                <a:ea typeface="Open Sans"/>
                <a:cs typeface="Open Sans"/>
                <a:sym typeface="Open Sans"/>
              </a:rPr>
              <a:t>Subhead if needed goes here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54"/>
          <p:cNvSpPr txBox="1"/>
          <p:nvPr/>
        </p:nvSpPr>
        <p:spPr>
          <a:xfrm>
            <a:off x="570976" y="1753394"/>
            <a:ext cx="4197971" cy="966066"/>
          </a:xfrm>
          <a:prstGeom prst="rect">
            <a:avLst/>
          </a:prstGeom>
          <a:noFill/>
          <a:ln>
            <a:noFill/>
          </a:ln>
        </p:spPr>
        <p:txBody>
          <a:bodyPr anchorCtr="0" anchor="t" bIns="34275" lIns="0" spcFirstLastPara="1" rIns="34275" wrap="square" tIns="34275">
            <a:noAutofit/>
          </a:bodyPr>
          <a:lstStyle/>
          <a:p>
            <a:pPr indent="0" lvl="0" marL="0" marR="0" rtl="0" algn="l">
              <a:lnSpc>
                <a:spcPct val="90000"/>
              </a:lnSpc>
              <a:spcBef>
                <a:spcPts val="0"/>
              </a:spcBef>
              <a:spcAft>
                <a:spcPts val="0"/>
              </a:spcAft>
              <a:buClr>
                <a:schemeClr val="dk1"/>
              </a:buClr>
              <a:buSzPts val="3000"/>
              <a:buFont typeface="Open Sans"/>
              <a:buNone/>
            </a:pPr>
            <a:r>
              <a:rPr b="1" i="0" lang="en" sz="3400" u="none" cap="none" strike="noStrike">
                <a:solidFill>
                  <a:schemeClr val="dk1"/>
                </a:solidFill>
                <a:latin typeface="Open Sans ExtraBold"/>
                <a:ea typeface="Open Sans ExtraBold"/>
                <a:cs typeface="Open Sans ExtraBold"/>
                <a:sym typeface="Open Sans ExtraBold"/>
              </a:rPr>
              <a:t>Divider Slide Title Goes here</a:t>
            </a:r>
            <a:endParaRPr b="0" i="0" sz="1100" u="none" cap="none" strike="noStrike">
              <a:solidFill>
                <a:srgbClr val="000000"/>
              </a:solidFill>
              <a:latin typeface="Arial"/>
              <a:ea typeface="Arial"/>
              <a:cs typeface="Arial"/>
              <a:sym typeface="Arial"/>
            </a:endParaRPr>
          </a:p>
        </p:txBody>
      </p:sp>
      <p:sp>
        <p:nvSpPr>
          <p:cNvPr id="437" name="Google Shape;437;p54"/>
          <p:cNvSpPr txBox="1"/>
          <p:nvPr/>
        </p:nvSpPr>
        <p:spPr>
          <a:xfrm>
            <a:off x="570976" y="2737924"/>
            <a:ext cx="3608042" cy="273199"/>
          </a:xfrm>
          <a:prstGeom prst="rect">
            <a:avLst/>
          </a:prstGeom>
          <a:noFill/>
          <a:ln>
            <a:noFill/>
          </a:ln>
        </p:spPr>
        <p:txBody>
          <a:bodyPr anchorCtr="0" anchor="t" bIns="34275" lIns="0" spcFirstLastPara="1" rIns="34275" wrap="square" tIns="34275">
            <a:noAutofit/>
          </a:bodyPr>
          <a:lstStyle/>
          <a:p>
            <a:pPr indent="0" lvl="0" marL="0" marR="0" rtl="0" algn="l">
              <a:lnSpc>
                <a:spcPct val="95000"/>
              </a:lnSpc>
              <a:spcBef>
                <a:spcPts val="0"/>
              </a:spcBef>
              <a:spcAft>
                <a:spcPts val="0"/>
              </a:spcAft>
              <a:buClr>
                <a:schemeClr val="dk1"/>
              </a:buClr>
              <a:buSzPts val="1600"/>
              <a:buFont typeface="Arial"/>
              <a:buNone/>
            </a:pPr>
            <a:r>
              <a:rPr b="0" i="0" lang="en" sz="1800" u="none" cap="none" strike="noStrike">
                <a:solidFill>
                  <a:srgbClr val="888888"/>
                </a:solidFill>
                <a:latin typeface="Open Sans"/>
                <a:ea typeface="Open Sans"/>
                <a:cs typeface="Open Sans"/>
                <a:sym typeface="Open Sans"/>
              </a:rPr>
              <a:t>Subhead if needed goes here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55"/>
          <p:cNvSpPr txBox="1"/>
          <p:nvPr>
            <p:ph type="title"/>
          </p:nvPr>
        </p:nvSpPr>
        <p:spPr>
          <a:xfrm>
            <a:off x="1709057" y="1756743"/>
            <a:ext cx="5725885" cy="966066"/>
          </a:xfrm>
          <a:prstGeom prst="rect">
            <a:avLst/>
          </a:prstGeom>
          <a:noFill/>
          <a:ln>
            <a:noFill/>
          </a:ln>
        </p:spPr>
        <p:txBody>
          <a:bodyPr anchorCtr="0" anchor="t" bIns="34275" lIns="0" spcFirstLastPara="1" rIns="34275" wrap="square" tIns="34275">
            <a:noAutofit/>
          </a:bodyPr>
          <a:lstStyle/>
          <a:p>
            <a:pPr indent="0" lvl="0" marL="0" rtl="0" algn="ctr">
              <a:lnSpc>
                <a:spcPct val="100000"/>
              </a:lnSpc>
              <a:spcBef>
                <a:spcPts val="0"/>
              </a:spcBef>
              <a:spcAft>
                <a:spcPts val="0"/>
              </a:spcAft>
              <a:buClr>
                <a:schemeClr val="dk1"/>
              </a:buClr>
              <a:buSzPts val="3000"/>
              <a:buFont typeface="Open Sans"/>
              <a:buNone/>
            </a:pPr>
            <a:r>
              <a:rPr b="1" lang="en" sz="2700">
                <a:latin typeface="Open Sans ExtraBold"/>
                <a:ea typeface="Open Sans ExtraBold"/>
                <a:cs typeface="Open Sans ExtraBold"/>
                <a:sym typeface="Open Sans ExtraBold"/>
              </a:rPr>
              <a:t>Our mission is to simplify how organizations develop, deploy</a:t>
            </a:r>
            <a:br>
              <a:rPr b="1" lang="en" sz="2700">
                <a:latin typeface="Open Sans ExtraBold"/>
                <a:ea typeface="Open Sans ExtraBold"/>
                <a:cs typeface="Open Sans ExtraBold"/>
                <a:sym typeface="Open Sans ExtraBold"/>
              </a:rPr>
            </a:br>
            <a:r>
              <a:rPr b="1" lang="en" sz="2700">
                <a:latin typeface="Open Sans ExtraBold"/>
                <a:ea typeface="Open Sans ExtraBold"/>
                <a:cs typeface="Open Sans ExtraBold"/>
                <a:sym typeface="Open Sans ExtraBold"/>
              </a:rPr>
              <a:t>and run modern applications –</a:t>
            </a:r>
            <a:br>
              <a:rPr b="1" lang="en" sz="2700">
                <a:latin typeface="Open Sans ExtraBold"/>
                <a:ea typeface="Open Sans ExtraBold"/>
                <a:cs typeface="Open Sans ExtraBold"/>
                <a:sym typeface="Open Sans ExtraBold"/>
              </a:rPr>
            </a:br>
            <a:r>
              <a:rPr b="1" lang="en" sz="2700">
                <a:latin typeface="Open Sans ExtraBold"/>
                <a:ea typeface="Open Sans ExtraBold"/>
                <a:cs typeface="Open Sans ExtraBold"/>
                <a:sym typeface="Open Sans ExtraBold"/>
              </a:rPr>
              <a:t>wherever they are.</a:t>
            </a:r>
            <a:br>
              <a:rPr lang="en" sz="2700">
                <a:solidFill>
                  <a:schemeClr val="dk1"/>
                </a:solidFill>
                <a:latin typeface="Open Sans"/>
                <a:ea typeface="Open Sans"/>
                <a:cs typeface="Open Sans"/>
                <a:sym typeface="Open Sans"/>
              </a:rPr>
            </a:b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56"/>
          <p:cNvSpPr txBox="1"/>
          <p:nvPr>
            <p:ph type="title"/>
          </p:nvPr>
        </p:nvSpPr>
        <p:spPr>
          <a:xfrm>
            <a:off x="549545" y="2069439"/>
            <a:ext cx="3791277" cy="966066"/>
          </a:xfrm>
          <a:prstGeom prst="rect">
            <a:avLst/>
          </a:prstGeom>
          <a:noFill/>
          <a:ln>
            <a:noFill/>
          </a:ln>
        </p:spPr>
        <p:txBody>
          <a:bodyPr anchorCtr="0" anchor="t" bIns="34275" lIns="0" spcFirstLastPara="1" rIns="34275" wrap="square" tIns="34275">
            <a:noAutofit/>
          </a:bodyPr>
          <a:lstStyle/>
          <a:p>
            <a:pPr indent="0" lvl="0" marL="0" rtl="0" algn="l">
              <a:lnSpc>
                <a:spcPct val="90000"/>
              </a:lnSpc>
              <a:spcBef>
                <a:spcPts val="0"/>
              </a:spcBef>
              <a:spcAft>
                <a:spcPts val="0"/>
              </a:spcAft>
              <a:buClr>
                <a:schemeClr val="dk1"/>
              </a:buClr>
              <a:buSzPts val="4500"/>
              <a:buFont typeface="Open Sans"/>
              <a:buNone/>
            </a:pPr>
            <a:r>
              <a:rPr lang="en"/>
              <a:t>Thank you!</a:t>
            </a:r>
            <a:endParaRPr/>
          </a:p>
        </p:txBody>
      </p:sp>
      <p:sp>
        <p:nvSpPr>
          <p:cNvPr id="448" name="Google Shape;448;p56"/>
          <p:cNvSpPr txBox="1"/>
          <p:nvPr/>
        </p:nvSpPr>
        <p:spPr>
          <a:xfrm>
            <a:off x="3388890" y="3486685"/>
            <a:ext cx="2597440" cy="230833"/>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your.name@couchbase.com</a:t>
            </a:r>
            <a:endParaRPr b="0" i="0" sz="1100" u="none" cap="none" strike="noStrike">
              <a:solidFill>
                <a:schemeClr val="dk1"/>
              </a:solidFill>
              <a:latin typeface="Open Sans"/>
              <a:ea typeface="Open Sans"/>
              <a:cs typeface="Open Sans"/>
              <a:sym typeface="Open Sans"/>
            </a:endParaRPr>
          </a:p>
        </p:txBody>
      </p:sp>
      <p:sp>
        <p:nvSpPr>
          <p:cNvPr id="449" name="Google Shape;449;p56"/>
          <p:cNvSpPr txBox="1"/>
          <p:nvPr/>
        </p:nvSpPr>
        <p:spPr>
          <a:xfrm>
            <a:off x="3388890" y="3829586"/>
            <a:ext cx="2597440" cy="230833"/>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@your.LinkedIn.handle</a:t>
            </a:r>
            <a:endParaRPr b="0" i="0" sz="1100" u="none" cap="none" strike="noStrike">
              <a:solidFill>
                <a:schemeClr val="dk1"/>
              </a:solidFill>
              <a:latin typeface="Open Sans"/>
              <a:ea typeface="Open Sans"/>
              <a:cs typeface="Open Sans"/>
              <a:sym typeface="Open Sans"/>
            </a:endParaRPr>
          </a:p>
        </p:txBody>
      </p:sp>
      <p:sp>
        <p:nvSpPr>
          <p:cNvPr id="450" name="Google Shape;450;p56"/>
          <p:cNvSpPr txBox="1"/>
          <p:nvPr/>
        </p:nvSpPr>
        <p:spPr>
          <a:xfrm>
            <a:off x="3388890" y="4172486"/>
            <a:ext cx="2597440" cy="230833"/>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@your.twitter.handle</a:t>
            </a:r>
            <a:endParaRPr b="0" i="0" sz="1100" u="none" cap="none" strike="noStrike">
              <a:solidFill>
                <a:schemeClr val="dk1"/>
              </a:solidFill>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57"/>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p>
            <a:pPr indent="0" lvl="0" marL="0" rtl="0" algn="l">
              <a:lnSpc>
                <a:spcPct val="90000"/>
              </a:lnSpc>
              <a:spcBef>
                <a:spcPts val="0"/>
              </a:spcBef>
              <a:spcAft>
                <a:spcPts val="0"/>
              </a:spcAft>
              <a:buClr>
                <a:schemeClr val="dk1"/>
              </a:buClr>
              <a:buSzPts val="2100"/>
              <a:buFont typeface="Open Sans"/>
              <a:buNone/>
            </a:pPr>
            <a:r>
              <a:rPr lang="en"/>
              <a:t>Title and Content with text</a:t>
            </a:r>
            <a:endParaRPr/>
          </a:p>
        </p:txBody>
      </p:sp>
      <p:sp>
        <p:nvSpPr>
          <p:cNvPr id="456" name="Google Shape;456;p57"/>
          <p:cNvSpPr txBox="1"/>
          <p:nvPr>
            <p:ph idx="1" type="body"/>
          </p:nvPr>
        </p:nvSpPr>
        <p:spPr>
          <a:xfrm>
            <a:off x="448866" y="1133475"/>
            <a:ext cx="3244453" cy="2099072"/>
          </a:xfrm>
          <a:prstGeom prst="rect">
            <a:avLst/>
          </a:prstGeom>
          <a:noFill/>
          <a:ln>
            <a:noFill/>
          </a:ln>
        </p:spPr>
        <p:txBody>
          <a:bodyPr anchorCtr="0" anchor="t" bIns="34275" lIns="68575" spcFirstLastPara="1" rIns="68575" wrap="square" tIns="34275">
            <a:noAutofit/>
          </a:bodyPr>
          <a:lstStyle/>
          <a:p>
            <a:pPr indent="0" lvl="0" marL="0" rtl="0" algn="l">
              <a:lnSpc>
                <a:spcPct val="150000"/>
              </a:lnSpc>
              <a:spcBef>
                <a:spcPts val="0"/>
              </a:spcBef>
              <a:spcAft>
                <a:spcPts val="0"/>
              </a:spcAft>
              <a:buSzPts val="1100"/>
              <a:buNone/>
            </a:pPr>
            <a:r>
              <a:rPr b="0" i="0" lang="en">
                <a:solidFill>
                  <a:srgbClr val="000000"/>
                </a:solidFill>
                <a:highlight>
                  <a:srgbClr val="FFFFFF"/>
                </a:highlight>
                <a:latin typeface="Open Sans"/>
                <a:ea typeface="Open Sans"/>
                <a:cs typeface="Open Sans"/>
                <a:sym typeface="Open Sans"/>
              </a:rPr>
              <a:t>Quisque mi felis, dapibus vel consectetur luctus, suscipit non enim. Ut ac posuere nibh, a elementum tellus. Morbi justo elit, luctus sit amet arcu in, sollicitudin lobortis mauris. Nullam molestie metus ut ligula laoreet efficitur. Nunc porttitor, diam et porttitor bibendum, ex justo volutpat urna, in mollis</a:t>
            </a:r>
            <a:r>
              <a:rPr lang="en">
                <a:highlight>
                  <a:srgbClr val="FFFFFF"/>
                </a:highlight>
              </a:rPr>
              <a:t>.</a:t>
            </a:r>
            <a:endParaRPr/>
          </a:p>
        </p:txBody>
      </p:sp>
      <p:sp>
        <p:nvSpPr>
          <p:cNvPr id="457" name="Google Shape;457;p57"/>
          <p:cNvSpPr txBox="1"/>
          <p:nvPr>
            <p:ph idx="2" type="body"/>
          </p:nvPr>
        </p:nvSpPr>
        <p:spPr>
          <a:xfrm>
            <a:off x="4217371" y="1133475"/>
            <a:ext cx="3244453" cy="2099072"/>
          </a:xfrm>
          <a:prstGeom prst="rect">
            <a:avLst/>
          </a:prstGeom>
          <a:noFill/>
          <a:ln>
            <a:noFill/>
          </a:ln>
        </p:spPr>
        <p:txBody>
          <a:bodyPr anchorCtr="0" anchor="t" bIns="34275" lIns="68575" spcFirstLastPara="1" rIns="68575" wrap="square" tIns="34275">
            <a:noAutofit/>
          </a:bodyPr>
          <a:lstStyle/>
          <a:p>
            <a:pPr indent="0" lvl="0" marL="0" rtl="0" algn="l">
              <a:lnSpc>
                <a:spcPct val="150000"/>
              </a:lnSpc>
              <a:spcBef>
                <a:spcPts val="0"/>
              </a:spcBef>
              <a:spcAft>
                <a:spcPts val="0"/>
              </a:spcAft>
              <a:buSzPts val="1100"/>
              <a:buNone/>
            </a:pPr>
            <a:r>
              <a:rPr b="0" i="0" lang="en">
                <a:solidFill>
                  <a:srgbClr val="000000"/>
                </a:solidFill>
                <a:highlight>
                  <a:srgbClr val="FFFFFF"/>
                </a:highlight>
                <a:latin typeface="Open Sans"/>
                <a:ea typeface="Open Sans"/>
                <a:cs typeface="Open Sans"/>
                <a:sym typeface="Open Sans"/>
              </a:rPr>
              <a:t>Lorem ipsum dolor sit amet, consectetur adipiscing elit. Aenean sit amet lacus quam. Phasellus molestie eros eu ultrices mattis. Vivamus vitae massa sem. Vivamus non gravida erat, ac commod.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58"/>
          <p:cNvSpPr txBox="1"/>
          <p:nvPr>
            <p:ph idx="1" type="body"/>
          </p:nvPr>
        </p:nvSpPr>
        <p:spPr>
          <a:xfrm>
            <a:off x="450273" y="1253487"/>
            <a:ext cx="8409600" cy="3142200"/>
          </a:xfrm>
          <a:prstGeom prst="rect">
            <a:avLst/>
          </a:prstGeom>
          <a:noFill/>
          <a:ln>
            <a:noFill/>
          </a:ln>
        </p:spPr>
        <p:txBody>
          <a:bodyPr anchorCtr="0" anchor="t" bIns="34275" lIns="0" spcFirstLastPara="1" rIns="68575" wrap="square" tIns="0">
            <a:noAutofit/>
          </a:bodyPr>
          <a:lstStyle/>
          <a:p>
            <a:pPr indent="-177800" lvl="0" marL="177800" rtl="0" algn="l">
              <a:lnSpc>
                <a:spcPct val="95000"/>
              </a:lnSpc>
              <a:spcBef>
                <a:spcPts val="0"/>
              </a:spcBef>
              <a:spcAft>
                <a:spcPts val="0"/>
              </a:spcAft>
              <a:buClr>
                <a:schemeClr val="dk2"/>
              </a:buClr>
              <a:buSzPts val="1200"/>
              <a:buFont typeface="Arial"/>
              <a:buChar char="•"/>
            </a:pPr>
            <a:r>
              <a:rPr lang="en"/>
              <a:t>Bullet level 1, Open Sans, 16 pt</a:t>
            </a:r>
            <a:endParaRPr/>
          </a:p>
          <a:p>
            <a:pPr indent="-133350" lvl="1" marL="431800" rtl="0" algn="l">
              <a:lnSpc>
                <a:spcPct val="95000"/>
              </a:lnSpc>
              <a:spcBef>
                <a:spcPts val="400"/>
              </a:spcBef>
              <a:spcAft>
                <a:spcPts val="0"/>
              </a:spcAft>
              <a:buSzPts val="900"/>
              <a:buChar char="•"/>
            </a:pPr>
            <a:r>
              <a:rPr lang="en"/>
              <a:t>Bullet level 2, Open Sans, 15 pt</a:t>
            </a:r>
            <a:endParaRPr/>
          </a:p>
          <a:p>
            <a:pPr indent="-127000" lvl="2" marL="647700" rtl="0" algn="l">
              <a:lnSpc>
                <a:spcPct val="95000"/>
              </a:lnSpc>
              <a:spcBef>
                <a:spcPts val="400"/>
              </a:spcBef>
              <a:spcAft>
                <a:spcPts val="0"/>
              </a:spcAft>
              <a:buSzPts val="800"/>
              <a:buChar char="•"/>
            </a:pPr>
            <a:r>
              <a:rPr lang="en"/>
              <a:t>Bullet level 3, Open Sans, 14 pt</a:t>
            </a:r>
            <a:endParaRPr/>
          </a:p>
          <a:p>
            <a:pPr indent="-177800" lvl="0" marL="177800" rtl="0" algn="l">
              <a:lnSpc>
                <a:spcPct val="95000"/>
              </a:lnSpc>
              <a:spcBef>
                <a:spcPts val="800"/>
              </a:spcBef>
              <a:spcAft>
                <a:spcPts val="0"/>
              </a:spcAft>
              <a:buClr>
                <a:schemeClr val="dk2"/>
              </a:buClr>
              <a:buSzPts val="1200"/>
              <a:buFont typeface="Arial"/>
              <a:buChar char="•"/>
            </a:pPr>
            <a:r>
              <a:rPr lang="en"/>
              <a:t>Bullet level 1, Open Sans, 16 pt</a:t>
            </a:r>
            <a:endParaRPr/>
          </a:p>
          <a:p>
            <a:pPr indent="-133350" lvl="1" marL="431800" rtl="0" algn="l">
              <a:lnSpc>
                <a:spcPct val="95000"/>
              </a:lnSpc>
              <a:spcBef>
                <a:spcPts val="400"/>
              </a:spcBef>
              <a:spcAft>
                <a:spcPts val="0"/>
              </a:spcAft>
              <a:buSzPts val="900"/>
              <a:buChar char="•"/>
            </a:pPr>
            <a:r>
              <a:rPr lang="en"/>
              <a:t>Bullet level 2, Open Sans, 15 pt</a:t>
            </a:r>
            <a:endParaRPr/>
          </a:p>
          <a:p>
            <a:pPr indent="-127000" lvl="2" marL="647700" rtl="0" algn="l">
              <a:lnSpc>
                <a:spcPct val="95000"/>
              </a:lnSpc>
              <a:spcBef>
                <a:spcPts val="400"/>
              </a:spcBef>
              <a:spcAft>
                <a:spcPts val="0"/>
              </a:spcAft>
              <a:buSzPts val="800"/>
              <a:buChar char="•"/>
            </a:pPr>
            <a:r>
              <a:rPr lang="en"/>
              <a:t>Bullet level 3, Open Sans, 14 pt</a:t>
            </a:r>
            <a:endParaRPr/>
          </a:p>
          <a:p>
            <a:pPr indent="-165100" lvl="0" marL="342900" marR="0" rtl="0" algn="l">
              <a:lnSpc>
                <a:spcPct val="95000"/>
              </a:lnSpc>
              <a:spcBef>
                <a:spcPts val="800"/>
              </a:spcBef>
              <a:spcAft>
                <a:spcPts val="0"/>
              </a:spcAft>
              <a:buClr>
                <a:schemeClr val="dk2"/>
              </a:buClr>
              <a:buSzPts val="1200"/>
              <a:buFont typeface="Arial"/>
              <a:buNone/>
            </a:pPr>
            <a:r>
              <a:t/>
            </a:r>
            <a:endParaRPr/>
          </a:p>
        </p:txBody>
      </p:sp>
      <p:sp>
        <p:nvSpPr>
          <p:cNvPr id="463" name="Google Shape;463;p58"/>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p>
            <a:pPr indent="0" lvl="0" marL="0" rtl="0" algn="l">
              <a:lnSpc>
                <a:spcPct val="90000"/>
              </a:lnSpc>
              <a:spcBef>
                <a:spcPts val="0"/>
              </a:spcBef>
              <a:spcAft>
                <a:spcPts val="0"/>
              </a:spcAft>
              <a:buClr>
                <a:schemeClr val="dk1"/>
              </a:buClr>
              <a:buSzPts val="2100"/>
              <a:buFont typeface="Open Sans"/>
              <a:buNone/>
            </a:pPr>
            <a:r>
              <a:rPr lang="en"/>
              <a:t>Title and Content with Bullets Layout </a:t>
            </a:r>
            <a:endParaRPr/>
          </a:p>
        </p:txBody>
      </p:sp>
      <p:sp>
        <p:nvSpPr>
          <p:cNvPr id="464" name="Google Shape;464;p58"/>
          <p:cNvSpPr/>
          <p:nvPr/>
        </p:nvSpPr>
        <p:spPr>
          <a:xfrm>
            <a:off x="4354025" y="1754375"/>
            <a:ext cx="1707900" cy="1379700"/>
          </a:xfrm>
          <a:prstGeom prst="rect">
            <a:avLst/>
          </a:prstGeom>
          <a:solidFill>
            <a:schemeClr val="accent4"/>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a:t>Brand Refresh &amp; Value Messaging</a:t>
            </a:r>
            <a:endParaRPr b="1"/>
          </a:p>
        </p:txBody>
      </p:sp>
      <p:sp>
        <p:nvSpPr>
          <p:cNvPr id="465" name="Google Shape;465;p58"/>
          <p:cNvSpPr/>
          <p:nvPr/>
        </p:nvSpPr>
        <p:spPr>
          <a:xfrm>
            <a:off x="4870775" y="1413325"/>
            <a:ext cx="674400" cy="674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rPr>
              <a:t>1</a:t>
            </a:r>
            <a:endParaRPr b="1">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59"/>
          <p:cNvSpPr txBox="1"/>
          <p:nvPr>
            <p:ph idx="1" type="body"/>
          </p:nvPr>
        </p:nvSpPr>
        <p:spPr>
          <a:xfrm>
            <a:off x="3712802" y="1253475"/>
            <a:ext cx="5150400" cy="3429000"/>
          </a:xfrm>
          <a:prstGeom prst="rect">
            <a:avLst/>
          </a:prstGeom>
          <a:solidFill>
            <a:srgbClr val="F2F2F2"/>
          </a:solidFill>
          <a:ln>
            <a:noFill/>
          </a:ln>
        </p:spPr>
        <p:txBody>
          <a:bodyPr anchorCtr="0" anchor="t" bIns="274325" lIns="480050" spcFirstLastPara="1" rIns="1097275" wrap="square" tIns="137150">
            <a:noAutofit/>
          </a:bodyPr>
          <a:lstStyle/>
          <a:p>
            <a:pPr indent="0" lvl="0" marL="0" rtl="0" algn="l">
              <a:lnSpc>
                <a:spcPct val="150000"/>
              </a:lnSpc>
              <a:spcBef>
                <a:spcPts val="0"/>
              </a:spcBef>
              <a:spcAft>
                <a:spcPts val="0"/>
              </a:spcAft>
              <a:buClr>
                <a:schemeClr val="dk1"/>
              </a:buClr>
              <a:buSzPts val="900"/>
              <a:buNone/>
            </a:pPr>
            <a:r>
              <a:rPr lang="en"/>
              <a:t>SELECT breweries.name AS brewery,</a:t>
            </a:r>
            <a:endParaRPr/>
          </a:p>
          <a:p>
            <a:pPr indent="0" lvl="0" marL="0" rtl="0" algn="l">
              <a:lnSpc>
                <a:spcPct val="150000"/>
              </a:lnSpc>
              <a:spcBef>
                <a:spcPts val="800"/>
              </a:spcBef>
              <a:spcAft>
                <a:spcPts val="0"/>
              </a:spcAft>
              <a:buClr>
                <a:schemeClr val="dk1"/>
              </a:buClr>
              <a:buSzPts val="900"/>
              <a:buNone/>
            </a:pPr>
            <a:r>
              <a:rPr lang="en"/>
              <a:t>   count(*) AS cnt</a:t>
            </a:r>
            <a:endParaRPr/>
          </a:p>
          <a:p>
            <a:pPr indent="0" lvl="0" marL="0" rtl="0" algn="l">
              <a:lnSpc>
                <a:spcPct val="150000"/>
              </a:lnSpc>
              <a:spcBef>
                <a:spcPts val="800"/>
              </a:spcBef>
              <a:spcAft>
                <a:spcPts val="0"/>
              </a:spcAft>
              <a:buClr>
                <a:schemeClr val="dk1"/>
              </a:buClr>
              <a:buSzPts val="900"/>
              <a:buNone/>
            </a:pPr>
            <a:r>
              <a:rPr lang="en"/>
              <a:t>FROM beers</a:t>
            </a:r>
            <a:endParaRPr/>
          </a:p>
          <a:p>
            <a:pPr indent="0" lvl="0" marL="0" rtl="0" algn="l">
              <a:lnSpc>
                <a:spcPct val="150000"/>
              </a:lnSpc>
              <a:spcBef>
                <a:spcPts val="800"/>
              </a:spcBef>
              <a:spcAft>
                <a:spcPts val="0"/>
              </a:spcAft>
              <a:buClr>
                <a:schemeClr val="dk1"/>
              </a:buClr>
              <a:buSzPts val="900"/>
              <a:buNone/>
            </a:pPr>
            <a:r>
              <a:rPr lang="en"/>
              <a:t>INNER JOIN breweries</a:t>
            </a:r>
            <a:endParaRPr/>
          </a:p>
          <a:p>
            <a:pPr indent="0" lvl="0" marL="0" rtl="0" algn="l">
              <a:lnSpc>
                <a:spcPct val="150000"/>
              </a:lnSpc>
              <a:spcBef>
                <a:spcPts val="800"/>
              </a:spcBef>
              <a:spcAft>
                <a:spcPts val="0"/>
              </a:spcAft>
              <a:buClr>
                <a:schemeClr val="dk1"/>
              </a:buClr>
              <a:buSzPts val="900"/>
              <a:buNone/>
            </a:pPr>
            <a:r>
              <a:rPr lang="en"/>
              <a:t>ON beer.brewery_id = breweries.id WHERE beers.type = “beer” AND</a:t>
            </a:r>
            <a:endParaRPr/>
          </a:p>
          <a:p>
            <a:pPr indent="0" lvl="0" marL="0" rtl="0" algn="l">
              <a:lnSpc>
                <a:spcPct val="150000"/>
              </a:lnSpc>
              <a:spcBef>
                <a:spcPts val="800"/>
              </a:spcBef>
              <a:spcAft>
                <a:spcPts val="0"/>
              </a:spcAft>
              <a:buClr>
                <a:schemeClr val="dk1"/>
              </a:buClr>
              <a:buSzPts val="900"/>
              <a:buNone/>
            </a:pPr>
            <a:r>
              <a:rPr lang="en"/>
              <a:t>   breweries.type = “brewery” AND    beers.style = “American-Style Imperial Stout”</a:t>
            </a:r>
            <a:endParaRPr/>
          </a:p>
          <a:p>
            <a:pPr indent="0" lvl="0" marL="0" rtl="0" algn="l">
              <a:lnSpc>
                <a:spcPct val="150000"/>
              </a:lnSpc>
              <a:spcBef>
                <a:spcPts val="800"/>
              </a:spcBef>
              <a:spcAft>
                <a:spcPts val="0"/>
              </a:spcAft>
              <a:buClr>
                <a:schemeClr val="dk1"/>
              </a:buClr>
              <a:buSzPts val="900"/>
              <a:buNone/>
            </a:pPr>
            <a:r>
              <a:rPr lang="en"/>
              <a:t>GROUP BY breweries.name</a:t>
            </a:r>
            <a:endParaRPr/>
          </a:p>
          <a:p>
            <a:pPr indent="0" lvl="0" marL="0" rtl="0" algn="l">
              <a:lnSpc>
                <a:spcPct val="150000"/>
              </a:lnSpc>
              <a:spcBef>
                <a:spcPts val="800"/>
              </a:spcBef>
              <a:spcAft>
                <a:spcPts val="0"/>
              </a:spcAft>
              <a:buClr>
                <a:schemeClr val="dk1"/>
              </a:buClr>
              <a:buSzPts val="900"/>
              <a:buNone/>
            </a:pPr>
            <a:r>
              <a:rPr lang="en"/>
              <a:t>HAVING count(*) &gt; 2</a:t>
            </a:r>
            <a:endParaRPr/>
          </a:p>
          <a:p>
            <a:pPr indent="0" lvl="0" marL="0" rtl="0" algn="l">
              <a:lnSpc>
                <a:spcPct val="150000"/>
              </a:lnSpc>
              <a:spcBef>
                <a:spcPts val="800"/>
              </a:spcBef>
              <a:spcAft>
                <a:spcPts val="0"/>
              </a:spcAft>
              <a:buClr>
                <a:schemeClr val="dk1"/>
              </a:buClr>
              <a:buSzPts val="900"/>
              <a:buNone/>
            </a:pPr>
            <a:r>
              <a:rPr lang="en"/>
              <a:t>ORDER BY cnt DESC;</a:t>
            </a:r>
            <a:endParaRPr/>
          </a:p>
          <a:p>
            <a:pPr indent="-165100" lvl="0" marL="342900" marR="0" rtl="0" algn="l">
              <a:lnSpc>
                <a:spcPct val="150000"/>
              </a:lnSpc>
              <a:spcBef>
                <a:spcPts val="800"/>
              </a:spcBef>
              <a:spcAft>
                <a:spcPts val="0"/>
              </a:spcAft>
              <a:buClr>
                <a:schemeClr val="dk1"/>
              </a:buClr>
              <a:buSzPts val="900"/>
              <a:buFont typeface="Arial"/>
              <a:buNone/>
            </a:pPr>
            <a:r>
              <a:t/>
            </a:r>
            <a:endParaRPr/>
          </a:p>
        </p:txBody>
      </p:sp>
      <p:sp>
        <p:nvSpPr>
          <p:cNvPr id="471" name="Google Shape;471;p59"/>
          <p:cNvSpPr txBox="1"/>
          <p:nvPr>
            <p:ph idx="2" type="body"/>
          </p:nvPr>
        </p:nvSpPr>
        <p:spPr>
          <a:xfrm>
            <a:off x="448784" y="1253475"/>
            <a:ext cx="2890200" cy="3142200"/>
          </a:xfrm>
          <a:prstGeom prst="rect">
            <a:avLst/>
          </a:prstGeom>
          <a:noFill/>
          <a:ln>
            <a:noFill/>
          </a:ln>
        </p:spPr>
        <p:txBody>
          <a:bodyPr anchorCtr="0" anchor="t" bIns="34275" lIns="0" spcFirstLastPara="1" rIns="68575" wrap="square" tIns="0">
            <a:noAutofit/>
          </a:bodyPr>
          <a:lstStyle/>
          <a:p>
            <a:pPr indent="-177800" lvl="0" marL="177800" rtl="0" algn="l">
              <a:lnSpc>
                <a:spcPct val="95000"/>
              </a:lnSpc>
              <a:spcBef>
                <a:spcPts val="0"/>
              </a:spcBef>
              <a:spcAft>
                <a:spcPts val="0"/>
              </a:spcAft>
              <a:buClr>
                <a:schemeClr val="dk2"/>
              </a:buClr>
              <a:buSzPts val="1200"/>
              <a:buFont typeface="Arial"/>
              <a:buChar char="•"/>
            </a:pPr>
            <a:r>
              <a:rPr lang="en"/>
              <a:t>Bullet level 1, Open Sans, 16 pt</a:t>
            </a:r>
            <a:endParaRPr/>
          </a:p>
          <a:p>
            <a:pPr indent="-133350" lvl="1" marL="431800" rtl="0" algn="l">
              <a:lnSpc>
                <a:spcPct val="95000"/>
              </a:lnSpc>
              <a:spcBef>
                <a:spcPts val="400"/>
              </a:spcBef>
              <a:spcAft>
                <a:spcPts val="0"/>
              </a:spcAft>
              <a:buSzPts val="900"/>
              <a:buChar char="•"/>
            </a:pPr>
            <a:r>
              <a:rPr lang="en"/>
              <a:t>Bullet level 2, Open Sans, 15 pt</a:t>
            </a:r>
            <a:endParaRPr/>
          </a:p>
          <a:p>
            <a:pPr indent="-127000" lvl="2" marL="647700" rtl="0" algn="l">
              <a:lnSpc>
                <a:spcPct val="95000"/>
              </a:lnSpc>
              <a:spcBef>
                <a:spcPts val="400"/>
              </a:spcBef>
              <a:spcAft>
                <a:spcPts val="0"/>
              </a:spcAft>
              <a:buSzPts val="800"/>
              <a:buChar char="•"/>
            </a:pPr>
            <a:r>
              <a:rPr lang="en"/>
              <a:t>Bullet level 3, Open Sans, 14 pt</a:t>
            </a:r>
            <a:endParaRPr/>
          </a:p>
          <a:p>
            <a:pPr indent="-177800" lvl="0" marL="177800" rtl="0" algn="l">
              <a:lnSpc>
                <a:spcPct val="95000"/>
              </a:lnSpc>
              <a:spcBef>
                <a:spcPts val="800"/>
              </a:spcBef>
              <a:spcAft>
                <a:spcPts val="0"/>
              </a:spcAft>
              <a:buClr>
                <a:schemeClr val="dk2"/>
              </a:buClr>
              <a:buSzPts val="1200"/>
              <a:buFont typeface="Arial"/>
              <a:buChar char="•"/>
            </a:pPr>
            <a:r>
              <a:rPr lang="en"/>
              <a:t>Bullet level 1, Open Sans, 16 pt</a:t>
            </a:r>
            <a:endParaRPr/>
          </a:p>
          <a:p>
            <a:pPr indent="-133350" lvl="1" marL="431800" rtl="0" algn="l">
              <a:lnSpc>
                <a:spcPct val="95000"/>
              </a:lnSpc>
              <a:spcBef>
                <a:spcPts val="400"/>
              </a:spcBef>
              <a:spcAft>
                <a:spcPts val="0"/>
              </a:spcAft>
              <a:buSzPts val="900"/>
              <a:buChar char="•"/>
            </a:pPr>
            <a:r>
              <a:rPr lang="en"/>
              <a:t>Bullet level 2, Open Sans, 15 pt</a:t>
            </a:r>
            <a:endParaRPr/>
          </a:p>
          <a:p>
            <a:pPr indent="-127000" lvl="2" marL="647700" rtl="0" algn="l">
              <a:lnSpc>
                <a:spcPct val="95000"/>
              </a:lnSpc>
              <a:spcBef>
                <a:spcPts val="400"/>
              </a:spcBef>
              <a:spcAft>
                <a:spcPts val="0"/>
              </a:spcAft>
              <a:buSzPts val="800"/>
              <a:buChar char="•"/>
            </a:pPr>
            <a:r>
              <a:rPr lang="en"/>
              <a:t>Bullet level 3, Open Sans, 14 pt</a:t>
            </a:r>
            <a:endParaRPr/>
          </a:p>
          <a:p>
            <a:pPr indent="0" lvl="0" marL="101600" rtl="0" algn="l">
              <a:lnSpc>
                <a:spcPct val="95000"/>
              </a:lnSpc>
              <a:spcBef>
                <a:spcPts val="800"/>
              </a:spcBef>
              <a:spcAft>
                <a:spcPts val="0"/>
              </a:spcAft>
              <a:buSzPts val="1200"/>
              <a:buNone/>
            </a:pPr>
            <a:r>
              <a:t/>
            </a:r>
            <a:endParaRPr/>
          </a:p>
        </p:txBody>
      </p:sp>
      <p:sp>
        <p:nvSpPr>
          <p:cNvPr id="472" name="Google Shape;472;p59"/>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p>
            <a:pPr indent="0" lvl="0" marL="0" rtl="0" algn="l">
              <a:lnSpc>
                <a:spcPct val="90000"/>
              </a:lnSpc>
              <a:spcBef>
                <a:spcPts val="0"/>
              </a:spcBef>
              <a:spcAft>
                <a:spcPts val="0"/>
              </a:spcAft>
              <a:buClr>
                <a:schemeClr val="dk1"/>
              </a:buClr>
              <a:buSzPts val="2100"/>
              <a:buFont typeface="Open Sans"/>
              <a:buNone/>
            </a:pPr>
            <a:r>
              <a:rPr lang="en"/>
              <a:t>Title and Content with Code Screen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60"/>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p>
            <a:pPr indent="0" lvl="0" marL="0" rtl="0" algn="l">
              <a:lnSpc>
                <a:spcPct val="90000"/>
              </a:lnSpc>
              <a:spcBef>
                <a:spcPts val="0"/>
              </a:spcBef>
              <a:spcAft>
                <a:spcPts val="0"/>
              </a:spcAft>
              <a:buClr>
                <a:schemeClr val="dk1"/>
              </a:buClr>
              <a:buSzPts val="2100"/>
              <a:buFont typeface="Open Sans"/>
              <a:buNone/>
            </a:pPr>
            <a:r>
              <a:rPr lang="en"/>
              <a:t>Title and open content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1"/>
          <p:cNvSpPr txBox="1"/>
          <p:nvPr>
            <p:ph idx="1" type="body"/>
          </p:nvPr>
        </p:nvSpPr>
        <p:spPr>
          <a:xfrm>
            <a:off x="6213944" y="1105797"/>
            <a:ext cx="2481344" cy="3429000"/>
          </a:xfrm>
          <a:prstGeom prst="rect">
            <a:avLst/>
          </a:prstGeom>
          <a:noFill/>
          <a:ln>
            <a:noFill/>
          </a:ln>
        </p:spPr>
        <p:txBody>
          <a:bodyPr anchorCtr="0" anchor="t" bIns="34275" lIns="68575" spcFirstLastPara="1" rIns="274325" wrap="square" tIns="1508750">
            <a:noAutofit/>
          </a:bodyPr>
          <a:lstStyle/>
          <a:p>
            <a:pPr indent="-222250" lvl="0" marL="342900" rtl="0" algn="l">
              <a:lnSpc>
                <a:spcPct val="95000"/>
              </a:lnSpc>
              <a:spcBef>
                <a:spcPts val="0"/>
              </a:spcBef>
              <a:spcAft>
                <a:spcPts val="0"/>
              </a:spcAft>
              <a:buClr>
                <a:schemeClr val="dk2"/>
              </a:buClr>
              <a:buSzPts val="1100"/>
              <a:buFont typeface="Arial"/>
              <a:buChar char="•"/>
            </a:pPr>
            <a:r>
              <a:rPr lang="en"/>
              <a:t>Lorem ipsum dolor sit amet, consectetur adipiscing elit, sed do eiusmod tempor</a:t>
            </a:r>
            <a:endParaRPr/>
          </a:p>
          <a:p>
            <a:pPr indent="-222250" lvl="0" marL="342900" rtl="0" algn="l">
              <a:lnSpc>
                <a:spcPct val="95000"/>
              </a:lnSpc>
              <a:spcBef>
                <a:spcPts val="800"/>
              </a:spcBef>
              <a:spcAft>
                <a:spcPts val="0"/>
              </a:spcAft>
              <a:buClr>
                <a:schemeClr val="dk2"/>
              </a:buClr>
              <a:buSzPts val="1100"/>
              <a:buFont typeface="Arial"/>
              <a:buChar char="•"/>
            </a:pPr>
            <a:r>
              <a:rPr lang="en"/>
              <a:t>Lorem ipsum dolor sit amet, consectetur adipiscing elit, sed do eiusmod tempor</a:t>
            </a:r>
            <a:endParaRPr/>
          </a:p>
          <a:p>
            <a:pPr indent="-222250" lvl="0" marL="342900" rtl="0" algn="l">
              <a:lnSpc>
                <a:spcPct val="95000"/>
              </a:lnSpc>
              <a:spcBef>
                <a:spcPts val="800"/>
              </a:spcBef>
              <a:spcAft>
                <a:spcPts val="0"/>
              </a:spcAft>
              <a:buClr>
                <a:schemeClr val="dk2"/>
              </a:buClr>
              <a:buSzPts val="1100"/>
              <a:buFont typeface="Arial"/>
              <a:buChar char="•"/>
            </a:pPr>
            <a:r>
              <a:rPr lang="en"/>
              <a:t>Lorem ipsum dolor sit amet, consectetur adipiscing elit, sed do eiusmod tempor</a:t>
            </a:r>
            <a:endParaRPr/>
          </a:p>
          <a:p>
            <a:pPr indent="-165100" lvl="0" marL="342900" marR="0" rtl="0" algn="l">
              <a:lnSpc>
                <a:spcPct val="95000"/>
              </a:lnSpc>
              <a:spcBef>
                <a:spcPts val="800"/>
              </a:spcBef>
              <a:spcAft>
                <a:spcPts val="0"/>
              </a:spcAft>
              <a:buClr>
                <a:schemeClr val="dk2"/>
              </a:buClr>
              <a:buSzPts val="1100"/>
              <a:buFont typeface="Arial"/>
              <a:buNone/>
            </a:pPr>
            <a:r>
              <a:t/>
            </a:r>
            <a:endParaRPr/>
          </a:p>
        </p:txBody>
      </p:sp>
      <p:sp>
        <p:nvSpPr>
          <p:cNvPr id="483" name="Google Shape;483;p61"/>
          <p:cNvSpPr txBox="1"/>
          <p:nvPr>
            <p:ph idx="2" type="body"/>
          </p:nvPr>
        </p:nvSpPr>
        <p:spPr>
          <a:xfrm>
            <a:off x="3249884" y="1105797"/>
            <a:ext cx="2481343" cy="3429000"/>
          </a:xfrm>
          <a:prstGeom prst="rect">
            <a:avLst/>
          </a:prstGeom>
          <a:noFill/>
          <a:ln>
            <a:noFill/>
          </a:ln>
        </p:spPr>
        <p:txBody>
          <a:bodyPr anchorCtr="0" anchor="t" bIns="34275" lIns="68575" spcFirstLastPara="1" rIns="274325" wrap="square" tIns="1508750">
            <a:noAutofit/>
          </a:bodyPr>
          <a:lstStyle/>
          <a:p>
            <a:pPr indent="-222250" lvl="0" marL="342900" rtl="0" algn="l">
              <a:lnSpc>
                <a:spcPct val="95000"/>
              </a:lnSpc>
              <a:spcBef>
                <a:spcPts val="0"/>
              </a:spcBef>
              <a:spcAft>
                <a:spcPts val="0"/>
              </a:spcAft>
              <a:buClr>
                <a:schemeClr val="dk2"/>
              </a:buClr>
              <a:buSzPts val="1100"/>
              <a:buFont typeface="Arial"/>
              <a:buChar char="•"/>
            </a:pPr>
            <a:r>
              <a:rPr lang="en"/>
              <a:t>Lorem ipsum dolor sit amet, consectetur adipiscing elit, sed do eiusmod tempor</a:t>
            </a:r>
            <a:endParaRPr/>
          </a:p>
          <a:p>
            <a:pPr indent="-222250" lvl="0" marL="342900" rtl="0" algn="l">
              <a:lnSpc>
                <a:spcPct val="95000"/>
              </a:lnSpc>
              <a:spcBef>
                <a:spcPts val="800"/>
              </a:spcBef>
              <a:spcAft>
                <a:spcPts val="0"/>
              </a:spcAft>
              <a:buClr>
                <a:schemeClr val="dk2"/>
              </a:buClr>
              <a:buSzPts val="1100"/>
              <a:buFont typeface="Arial"/>
              <a:buChar char="•"/>
            </a:pPr>
            <a:r>
              <a:rPr lang="en"/>
              <a:t>Lorem ipsum dolor sit amet, consectetur adipiscing elit, sed do eiusmod tempor</a:t>
            </a:r>
            <a:endParaRPr/>
          </a:p>
          <a:p>
            <a:pPr indent="-222250" lvl="0" marL="342900" rtl="0" algn="l">
              <a:lnSpc>
                <a:spcPct val="95000"/>
              </a:lnSpc>
              <a:spcBef>
                <a:spcPts val="800"/>
              </a:spcBef>
              <a:spcAft>
                <a:spcPts val="0"/>
              </a:spcAft>
              <a:buClr>
                <a:schemeClr val="dk2"/>
              </a:buClr>
              <a:buSzPts val="1100"/>
              <a:buFont typeface="Arial"/>
              <a:buChar char="•"/>
            </a:pPr>
            <a:r>
              <a:rPr lang="en"/>
              <a:t>Lorem ipsum dolor sit amet, consectetur adipiscing elit, sed do eiusmod tempor</a:t>
            </a:r>
            <a:endParaRPr/>
          </a:p>
          <a:p>
            <a:pPr indent="-165100" lvl="0" marL="342900" marR="0" rtl="0" algn="l">
              <a:lnSpc>
                <a:spcPct val="95000"/>
              </a:lnSpc>
              <a:spcBef>
                <a:spcPts val="800"/>
              </a:spcBef>
              <a:spcAft>
                <a:spcPts val="0"/>
              </a:spcAft>
              <a:buClr>
                <a:schemeClr val="dk2"/>
              </a:buClr>
              <a:buSzPts val="1100"/>
              <a:buFont typeface="Arial"/>
              <a:buNone/>
            </a:pPr>
            <a:r>
              <a:t/>
            </a:r>
            <a:endParaRPr/>
          </a:p>
        </p:txBody>
      </p:sp>
      <p:sp>
        <p:nvSpPr>
          <p:cNvPr id="484" name="Google Shape;484;p61"/>
          <p:cNvSpPr txBox="1"/>
          <p:nvPr>
            <p:ph idx="3" type="body"/>
          </p:nvPr>
        </p:nvSpPr>
        <p:spPr>
          <a:xfrm>
            <a:off x="285822" y="1105797"/>
            <a:ext cx="2481343" cy="3429000"/>
          </a:xfrm>
          <a:prstGeom prst="rect">
            <a:avLst/>
          </a:prstGeom>
          <a:noFill/>
          <a:ln>
            <a:noFill/>
          </a:ln>
        </p:spPr>
        <p:txBody>
          <a:bodyPr anchorCtr="0" anchor="t" bIns="34275" lIns="68575" spcFirstLastPara="1" rIns="274325" wrap="square" tIns="1508750">
            <a:noAutofit/>
          </a:bodyPr>
          <a:lstStyle/>
          <a:p>
            <a:pPr indent="-222250" lvl="0" marL="342900" rtl="0" algn="l">
              <a:lnSpc>
                <a:spcPct val="95000"/>
              </a:lnSpc>
              <a:spcBef>
                <a:spcPts val="0"/>
              </a:spcBef>
              <a:spcAft>
                <a:spcPts val="0"/>
              </a:spcAft>
              <a:buClr>
                <a:schemeClr val="dk2"/>
              </a:buClr>
              <a:buSzPts val="1100"/>
              <a:buFont typeface="Arial"/>
              <a:buChar char="•"/>
            </a:pPr>
            <a:r>
              <a:rPr lang="en"/>
              <a:t>Lorem ipsum dolor sit amet, consectetur adipiscing elit, sed do eiusmod tempor</a:t>
            </a:r>
            <a:endParaRPr/>
          </a:p>
          <a:p>
            <a:pPr indent="-222250" lvl="0" marL="342900" rtl="0" algn="l">
              <a:lnSpc>
                <a:spcPct val="95000"/>
              </a:lnSpc>
              <a:spcBef>
                <a:spcPts val="800"/>
              </a:spcBef>
              <a:spcAft>
                <a:spcPts val="0"/>
              </a:spcAft>
              <a:buClr>
                <a:schemeClr val="dk2"/>
              </a:buClr>
              <a:buSzPts val="1100"/>
              <a:buFont typeface="Arial"/>
              <a:buChar char="•"/>
            </a:pPr>
            <a:r>
              <a:rPr lang="en"/>
              <a:t>Lorem ipsum dolor sit amet, consectetur adipiscing elit, sed do eiusmod tempor</a:t>
            </a:r>
            <a:endParaRPr/>
          </a:p>
          <a:p>
            <a:pPr indent="-222250" lvl="0" marL="342900" rtl="0" algn="l">
              <a:lnSpc>
                <a:spcPct val="95000"/>
              </a:lnSpc>
              <a:spcBef>
                <a:spcPts val="800"/>
              </a:spcBef>
              <a:spcAft>
                <a:spcPts val="0"/>
              </a:spcAft>
              <a:buClr>
                <a:schemeClr val="dk2"/>
              </a:buClr>
              <a:buSzPts val="1100"/>
              <a:buFont typeface="Arial"/>
              <a:buChar char="•"/>
            </a:pPr>
            <a:r>
              <a:rPr lang="en"/>
              <a:t>Lorem ipsum dolor sit amet, consectetur adipiscing elit, sed do eiusmod tempor</a:t>
            </a:r>
            <a:endParaRPr/>
          </a:p>
          <a:p>
            <a:pPr indent="-165100" lvl="0" marL="342900" marR="0" rtl="0" algn="l">
              <a:lnSpc>
                <a:spcPct val="95000"/>
              </a:lnSpc>
              <a:spcBef>
                <a:spcPts val="800"/>
              </a:spcBef>
              <a:spcAft>
                <a:spcPts val="0"/>
              </a:spcAft>
              <a:buClr>
                <a:schemeClr val="dk2"/>
              </a:buClr>
              <a:buSzPts val="1100"/>
              <a:buFont typeface="Arial"/>
              <a:buNone/>
            </a:pPr>
            <a:r>
              <a:t/>
            </a:r>
            <a:endParaRPr/>
          </a:p>
        </p:txBody>
      </p:sp>
      <p:sp>
        <p:nvSpPr>
          <p:cNvPr id="485" name="Google Shape;485;p61"/>
          <p:cNvSpPr txBox="1"/>
          <p:nvPr>
            <p:ph idx="4" type="body"/>
          </p:nvPr>
        </p:nvSpPr>
        <p:spPr>
          <a:xfrm>
            <a:off x="285822" y="1105797"/>
            <a:ext cx="2481343" cy="884959"/>
          </a:xfrm>
          <a:prstGeom prst="rect">
            <a:avLst/>
          </a:prstGeom>
          <a:noFill/>
          <a:ln>
            <a:noFill/>
          </a:ln>
        </p:spPr>
        <p:txBody>
          <a:bodyPr anchorCtr="0" anchor="ctr" bIns="34275" lIns="68575" spcFirstLastPara="1" rIns="68575" wrap="square" tIns="34275">
            <a:noAutofit/>
          </a:bodyPr>
          <a:lstStyle/>
          <a:p>
            <a:pPr indent="-165100" lvl="0" marL="342900" marR="0" rtl="0" algn="ctr">
              <a:lnSpc>
                <a:spcPct val="95000"/>
              </a:lnSpc>
              <a:spcBef>
                <a:spcPts val="0"/>
              </a:spcBef>
              <a:spcAft>
                <a:spcPts val="0"/>
              </a:spcAft>
              <a:buClr>
                <a:schemeClr val="dk1"/>
              </a:buClr>
              <a:buSzPts val="1800"/>
              <a:buFont typeface="Arial"/>
              <a:buNone/>
            </a:pPr>
            <a:r>
              <a:rPr lang="en"/>
              <a:t>Icon or Text</a:t>
            </a:r>
            <a:endParaRPr/>
          </a:p>
        </p:txBody>
      </p:sp>
      <p:sp>
        <p:nvSpPr>
          <p:cNvPr id="486" name="Google Shape;486;p61"/>
          <p:cNvSpPr txBox="1"/>
          <p:nvPr>
            <p:ph idx="5" type="body"/>
          </p:nvPr>
        </p:nvSpPr>
        <p:spPr>
          <a:xfrm>
            <a:off x="6213944" y="1105797"/>
            <a:ext cx="2481344" cy="884959"/>
          </a:xfrm>
          <a:prstGeom prst="rect">
            <a:avLst/>
          </a:prstGeom>
          <a:noFill/>
          <a:ln>
            <a:noFill/>
          </a:ln>
        </p:spPr>
        <p:txBody>
          <a:bodyPr anchorCtr="0" anchor="ctr" bIns="34275" lIns="68575" spcFirstLastPara="1" rIns="68575" wrap="square" tIns="34275">
            <a:noAutofit/>
          </a:bodyPr>
          <a:lstStyle/>
          <a:p>
            <a:pPr indent="-165100" lvl="0" marL="342900" marR="0" rtl="0" algn="ctr">
              <a:lnSpc>
                <a:spcPct val="95000"/>
              </a:lnSpc>
              <a:spcBef>
                <a:spcPts val="0"/>
              </a:spcBef>
              <a:spcAft>
                <a:spcPts val="0"/>
              </a:spcAft>
              <a:buClr>
                <a:schemeClr val="dk1"/>
              </a:buClr>
              <a:buSzPts val="1800"/>
              <a:buFont typeface="Arial"/>
              <a:buNone/>
            </a:pPr>
            <a:r>
              <a:rPr lang="en"/>
              <a:t>Icon or Text</a:t>
            </a:r>
            <a:endParaRPr/>
          </a:p>
        </p:txBody>
      </p:sp>
      <p:sp>
        <p:nvSpPr>
          <p:cNvPr id="487" name="Google Shape;487;p61"/>
          <p:cNvSpPr txBox="1"/>
          <p:nvPr>
            <p:ph idx="6" type="body"/>
          </p:nvPr>
        </p:nvSpPr>
        <p:spPr>
          <a:xfrm>
            <a:off x="3249883" y="1105797"/>
            <a:ext cx="2481343" cy="884959"/>
          </a:xfrm>
          <a:prstGeom prst="rect">
            <a:avLst/>
          </a:prstGeom>
          <a:noFill/>
          <a:ln>
            <a:noFill/>
          </a:ln>
        </p:spPr>
        <p:txBody>
          <a:bodyPr anchorCtr="0" anchor="ctr" bIns="34275" lIns="68575" spcFirstLastPara="1" rIns="68575" wrap="square" tIns="34275">
            <a:noAutofit/>
          </a:bodyPr>
          <a:lstStyle/>
          <a:p>
            <a:pPr indent="-165100" lvl="0" marL="342900" marR="0" rtl="0" algn="ctr">
              <a:lnSpc>
                <a:spcPct val="95000"/>
              </a:lnSpc>
              <a:spcBef>
                <a:spcPts val="0"/>
              </a:spcBef>
              <a:spcAft>
                <a:spcPts val="0"/>
              </a:spcAft>
              <a:buClr>
                <a:schemeClr val="dk1"/>
              </a:buClr>
              <a:buSzPts val="1800"/>
              <a:buFont typeface="Arial"/>
              <a:buNone/>
            </a:pPr>
            <a:r>
              <a:rPr lang="en"/>
              <a:t>Icon or Text</a:t>
            </a:r>
            <a:endParaRPr/>
          </a:p>
        </p:txBody>
      </p:sp>
      <p:sp>
        <p:nvSpPr>
          <p:cNvPr id="488" name="Google Shape;488;p61"/>
          <p:cNvSpPr txBox="1"/>
          <p:nvPr>
            <p:ph idx="7" type="body"/>
          </p:nvPr>
        </p:nvSpPr>
        <p:spPr>
          <a:xfrm>
            <a:off x="335180" y="2023808"/>
            <a:ext cx="2375700" cy="381300"/>
          </a:xfrm>
          <a:prstGeom prst="rect">
            <a:avLst/>
          </a:prstGeom>
          <a:noFill/>
          <a:ln>
            <a:noFill/>
          </a:ln>
        </p:spPr>
        <p:txBody>
          <a:bodyPr anchorCtr="0" anchor="ctr" bIns="34275" lIns="68575" spcFirstLastPara="1" rIns="68575" wrap="square" tIns="34275">
            <a:noAutofit/>
          </a:bodyPr>
          <a:lstStyle/>
          <a:p>
            <a:pPr indent="-165100" lvl="0" marL="342900" marR="0" rtl="0" algn="ctr">
              <a:lnSpc>
                <a:spcPct val="95000"/>
              </a:lnSpc>
              <a:spcBef>
                <a:spcPts val="0"/>
              </a:spcBef>
              <a:spcAft>
                <a:spcPts val="0"/>
              </a:spcAft>
              <a:buClr>
                <a:schemeClr val="dk1"/>
              </a:buClr>
              <a:buSzPts val="900"/>
              <a:buFont typeface="Arial"/>
              <a:buNone/>
            </a:pPr>
            <a:r>
              <a:rPr lang="en"/>
              <a:t>Lorem ipsum dolor sit ame</a:t>
            </a:r>
            <a:endParaRPr/>
          </a:p>
        </p:txBody>
      </p:sp>
      <p:sp>
        <p:nvSpPr>
          <p:cNvPr id="489" name="Google Shape;489;p61"/>
          <p:cNvSpPr txBox="1"/>
          <p:nvPr>
            <p:ph idx="8" type="body"/>
          </p:nvPr>
        </p:nvSpPr>
        <p:spPr>
          <a:xfrm>
            <a:off x="6263302" y="2023808"/>
            <a:ext cx="2375700" cy="381300"/>
          </a:xfrm>
          <a:prstGeom prst="rect">
            <a:avLst/>
          </a:prstGeom>
          <a:noFill/>
          <a:ln>
            <a:noFill/>
          </a:ln>
        </p:spPr>
        <p:txBody>
          <a:bodyPr anchorCtr="0" anchor="ctr" bIns="34275" lIns="68575" spcFirstLastPara="1" rIns="68575" wrap="square" tIns="34275">
            <a:noAutofit/>
          </a:bodyPr>
          <a:lstStyle/>
          <a:p>
            <a:pPr indent="-165100" lvl="0" marL="342900" marR="0" rtl="0" algn="ctr">
              <a:lnSpc>
                <a:spcPct val="95000"/>
              </a:lnSpc>
              <a:spcBef>
                <a:spcPts val="0"/>
              </a:spcBef>
              <a:spcAft>
                <a:spcPts val="0"/>
              </a:spcAft>
              <a:buClr>
                <a:schemeClr val="dk1"/>
              </a:buClr>
              <a:buSzPts val="900"/>
              <a:buFont typeface="Arial"/>
              <a:buNone/>
            </a:pPr>
            <a:r>
              <a:rPr lang="en"/>
              <a:t>Lorem ipsum dolor sit ame</a:t>
            </a:r>
            <a:endParaRPr/>
          </a:p>
        </p:txBody>
      </p:sp>
      <p:sp>
        <p:nvSpPr>
          <p:cNvPr id="490" name="Google Shape;490;p61"/>
          <p:cNvSpPr txBox="1"/>
          <p:nvPr>
            <p:ph idx="9" type="body"/>
          </p:nvPr>
        </p:nvSpPr>
        <p:spPr>
          <a:xfrm>
            <a:off x="3299240" y="2023808"/>
            <a:ext cx="2375700" cy="381300"/>
          </a:xfrm>
          <a:prstGeom prst="rect">
            <a:avLst/>
          </a:prstGeom>
          <a:noFill/>
          <a:ln>
            <a:noFill/>
          </a:ln>
        </p:spPr>
        <p:txBody>
          <a:bodyPr anchorCtr="0" anchor="ctr" bIns="34275" lIns="68575" spcFirstLastPara="1" rIns="68575" wrap="square" tIns="34275">
            <a:noAutofit/>
          </a:bodyPr>
          <a:lstStyle/>
          <a:p>
            <a:pPr indent="-165100" lvl="0" marL="342900" marR="0" rtl="0" algn="ctr">
              <a:lnSpc>
                <a:spcPct val="95000"/>
              </a:lnSpc>
              <a:spcBef>
                <a:spcPts val="0"/>
              </a:spcBef>
              <a:spcAft>
                <a:spcPts val="0"/>
              </a:spcAft>
              <a:buClr>
                <a:schemeClr val="dk1"/>
              </a:buClr>
              <a:buSzPts val="900"/>
              <a:buFont typeface="Arial"/>
              <a:buNone/>
            </a:pPr>
            <a:r>
              <a:rPr lang="en"/>
              <a:t>Lorem ipsum dolor sit ame</a:t>
            </a:r>
            <a:endParaRPr/>
          </a:p>
        </p:txBody>
      </p:sp>
      <p:sp>
        <p:nvSpPr>
          <p:cNvPr id="491" name="Google Shape;491;p61"/>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p>
            <a:pPr indent="0" lvl="0" marL="0" rtl="0" algn="l">
              <a:lnSpc>
                <a:spcPct val="90000"/>
              </a:lnSpc>
              <a:spcBef>
                <a:spcPts val="0"/>
              </a:spcBef>
              <a:spcAft>
                <a:spcPts val="0"/>
              </a:spcAft>
              <a:buClr>
                <a:schemeClr val="dk1"/>
              </a:buClr>
              <a:buSzPts val="2100"/>
              <a:buFont typeface="Open Sans"/>
              <a:buNone/>
            </a:pPr>
            <a:r>
              <a:rPr lang="en"/>
              <a:t>3 Pillar Graphic</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62"/>
          <p:cNvSpPr txBox="1"/>
          <p:nvPr>
            <p:ph idx="1" type="body"/>
          </p:nvPr>
        </p:nvSpPr>
        <p:spPr>
          <a:xfrm>
            <a:off x="4643231" y="1165815"/>
            <a:ext cx="1898605" cy="3429000"/>
          </a:xfrm>
          <a:prstGeom prst="rect">
            <a:avLst/>
          </a:prstGeom>
          <a:noFill/>
          <a:ln>
            <a:noFill/>
          </a:ln>
        </p:spPr>
        <p:txBody>
          <a:bodyPr anchorCtr="0" anchor="t" bIns="34275" lIns="68575" spcFirstLastPara="1" rIns="274325" wrap="square" tIns="1234425">
            <a:noAutofit/>
          </a:bodyPr>
          <a:lstStyle/>
          <a:p>
            <a:pPr indent="-222250" lvl="0" marL="342900" rtl="0" algn="l">
              <a:lnSpc>
                <a:spcPct val="95000"/>
              </a:lnSpc>
              <a:spcBef>
                <a:spcPts val="0"/>
              </a:spcBef>
              <a:spcAft>
                <a:spcPts val="0"/>
              </a:spcAft>
              <a:buClr>
                <a:schemeClr val="dk2"/>
              </a:buClr>
              <a:buSzPts val="1100"/>
              <a:buFont typeface="Arial"/>
              <a:buChar char="•"/>
            </a:pPr>
            <a:r>
              <a:rPr lang="en"/>
              <a:t>Lorem ipsum dolor sit amet, consectetur sed do eiusmod tempor</a:t>
            </a:r>
            <a:endParaRPr/>
          </a:p>
          <a:p>
            <a:pPr indent="-222250" lvl="0" marL="342900" rtl="0" algn="l">
              <a:lnSpc>
                <a:spcPct val="95000"/>
              </a:lnSpc>
              <a:spcBef>
                <a:spcPts val="800"/>
              </a:spcBef>
              <a:spcAft>
                <a:spcPts val="0"/>
              </a:spcAft>
              <a:buClr>
                <a:schemeClr val="dk2"/>
              </a:buClr>
              <a:buSzPts val="1100"/>
              <a:buFont typeface="Arial"/>
              <a:buChar char="•"/>
            </a:pPr>
            <a:r>
              <a:rPr lang="en"/>
              <a:t>Lorem ipsum dolor sit amet, conse ctetur adipiscin</a:t>
            </a:r>
            <a:endParaRPr/>
          </a:p>
          <a:p>
            <a:pPr indent="-165100" lvl="0" marL="342900" marR="0" rtl="0" algn="l">
              <a:lnSpc>
                <a:spcPct val="95000"/>
              </a:lnSpc>
              <a:spcBef>
                <a:spcPts val="800"/>
              </a:spcBef>
              <a:spcAft>
                <a:spcPts val="0"/>
              </a:spcAft>
              <a:buClr>
                <a:schemeClr val="dk2"/>
              </a:buClr>
              <a:buSzPts val="1100"/>
              <a:buFont typeface="Arial"/>
              <a:buNone/>
            </a:pPr>
            <a:r>
              <a:t/>
            </a:r>
            <a:endParaRPr/>
          </a:p>
        </p:txBody>
      </p:sp>
      <p:sp>
        <p:nvSpPr>
          <p:cNvPr id="497" name="Google Shape;497;p62"/>
          <p:cNvSpPr txBox="1"/>
          <p:nvPr>
            <p:ph idx="2" type="body"/>
          </p:nvPr>
        </p:nvSpPr>
        <p:spPr>
          <a:xfrm>
            <a:off x="2471316" y="1165815"/>
            <a:ext cx="1898605" cy="3429000"/>
          </a:xfrm>
          <a:prstGeom prst="rect">
            <a:avLst/>
          </a:prstGeom>
          <a:noFill/>
          <a:ln>
            <a:noFill/>
          </a:ln>
        </p:spPr>
        <p:txBody>
          <a:bodyPr anchorCtr="0" anchor="t" bIns="34275" lIns="68575" spcFirstLastPara="1" rIns="274325" wrap="square" tIns="1234425">
            <a:noAutofit/>
          </a:bodyPr>
          <a:lstStyle/>
          <a:p>
            <a:pPr indent="-222250" lvl="0" marL="342900" rtl="0" algn="l">
              <a:lnSpc>
                <a:spcPct val="95000"/>
              </a:lnSpc>
              <a:spcBef>
                <a:spcPts val="0"/>
              </a:spcBef>
              <a:spcAft>
                <a:spcPts val="0"/>
              </a:spcAft>
              <a:buClr>
                <a:schemeClr val="dk2"/>
              </a:buClr>
              <a:buSzPts val="1100"/>
              <a:buFont typeface="Arial"/>
              <a:buChar char="•"/>
            </a:pPr>
            <a:r>
              <a:rPr lang="en"/>
              <a:t>Lorem ipsum dolor sit amet, consectetur sed do eiusmod tempor</a:t>
            </a:r>
            <a:endParaRPr/>
          </a:p>
          <a:p>
            <a:pPr indent="-222250" lvl="0" marL="342900" rtl="0" algn="l">
              <a:lnSpc>
                <a:spcPct val="95000"/>
              </a:lnSpc>
              <a:spcBef>
                <a:spcPts val="800"/>
              </a:spcBef>
              <a:spcAft>
                <a:spcPts val="0"/>
              </a:spcAft>
              <a:buClr>
                <a:schemeClr val="dk2"/>
              </a:buClr>
              <a:buSzPts val="1100"/>
              <a:buFont typeface="Arial"/>
              <a:buChar char="•"/>
            </a:pPr>
            <a:r>
              <a:rPr lang="en"/>
              <a:t>Lorem ipsum dolor sit amet, conse ctetur adipiscin</a:t>
            </a:r>
            <a:endParaRPr/>
          </a:p>
          <a:p>
            <a:pPr indent="-165100" lvl="0" marL="342900" marR="0" rtl="0" algn="l">
              <a:lnSpc>
                <a:spcPct val="95000"/>
              </a:lnSpc>
              <a:spcBef>
                <a:spcPts val="800"/>
              </a:spcBef>
              <a:spcAft>
                <a:spcPts val="0"/>
              </a:spcAft>
              <a:buClr>
                <a:schemeClr val="dk2"/>
              </a:buClr>
              <a:buSzPts val="1100"/>
              <a:buFont typeface="Arial"/>
              <a:buNone/>
            </a:pPr>
            <a:r>
              <a:t/>
            </a:r>
            <a:endParaRPr/>
          </a:p>
        </p:txBody>
      </p:sp>
      <p:sp>
        <p:nvSpPr>
          <p:cNvPr id="498" name="Google Shape;498;p62"/>
          <p:cNvSpPr txBox="1"/>
          <p:nvPr>
            <p:ph idx="3" type="body"/>
          </p:nvPr>
        </p:nvSpPr>
        <p:spPr>
          <a:xfrm>
            <a:off x="299401" y="1165815"/>
            <a:ext cx="1898605" cy="3429000"/>
          </a:xfrm>
          <a:prstGeom prst="rect">
            <a:avLst/>
          </a:prstGeom>
          <a:noFill/>
          <a:ln>
            <a:noFill/>
          </a:ln>
        </p:spPr>
        <p:txBody>
          <a:bodyPr anchorCtr="0" anchor="t" bIns="34275" lIns="68575" spcFirstLastPara="1" rIns="274325" wrap="square" tIns="1234425">
            <a:noAutofit/>
          </a:bodyPr>
          <a:lstStyle/>
          <a:p>
            <a:pPr indent="-222250" lvl="0" marL="342900" rtl="0" algn="l">
              <a:lnSpc>
                <a:spcPct val="95000"/>
              </a:lnSpc>
              <a:spcBef>
                <a:spcPts val="0"/>
              </a:spcBef>
              <a:spcAft>
                <a:spcPts val="0"/>
              </a:spcAft>
              <a:buClr>
                <a:schemeClr val="dk2"/>
              </a:buClr>
              <a:buSzPts val="1100"/>
              <a:buFont typeface="Arial"/>
              <a:buChar char="•"/>
            </a:pPr>
            <a:r>
              <a:rPr lang="en"/>
              <a:t>Lorem ipsum dolor sit amet, consectetur sed do eiusmod tempor</a:t>
            </a:r>
            <a:endParaRPr/>
          </a:p>
          <a:p>
            <a:pPr indent="-222250" lvl="0" marL="342900" rtl="0" algn="l">
              <a:lnSpc>
                <a:spcPct val="95000"/>
              </a:lnSpc>
              <a:spcBef>
                <a:spcPts val="800"/>
              </a:spcBef>
              <a:spcAft>
                <a:spcPts val="0"/>
              </a:spcAft>
              <a:buClr>
                <a:schemeClr val="dk2"/>
              </a:buClr>
              <a:buSzPts val="1100"/>
              <a:buFont typeface="Arial"/>
              <a:buChar char="•"/>
            </a:pPr>
            <a:r>
              <a:rPr lang="en"/>
              <a:t>Lorem ipsum dolor sit amet, conse ctetur adipiscin</a:t>
            </a:r>
            <a:endParaRPr/>
          </a:p>
          <a:p>
            <a:pPr indent="-165100" lvl="0" marL="342900" marR="0" rtl="0" algn="l">
              <a:lnSpc>
                <a:spcPct val="95000"/>
              </a:lnSpc>
              <a:spcBef>
                <a:spcPts val="800"/>
              </a:spcBef>
              <a:spcAft>
                <a:spcPts val="0"/>
              </a:spcAft>
              <a:buClr>
                <a:schemeClr val="dk2"/>
              </a:buClr>
              <a:buSzPts val="1100"/>
              <a:buFont typeface="Arial"/>
              <a:buNone/>
            </a:pPr>
            <a:r>
              <a:t/>
            </a:r>
            <a:endParaRPr/>
          </a:p>
        </p:txBody>
      </p:sp>
      <p:sp>
        <p:nvSpPr>
          <p:cNvPr id="499" name="Google Shape;499;p62"/>
          <p:cNvSpPr txBox="1"/>
          <p:nvPr>
            <p:ph idx="4" type="body"/>
          </p:nvPr>
        </p:nvSpPr>
        <p:spPr>
          <a:xfrm>
            <a:off x="299401" y="1165815"/>
            <a:ext cx="1898605" cy="1004207"/>
          </a:xfrm>
          <a:prstGeom prst="rect">
            <a:avLst/>
          </a:prstGeom>
          <a:noFill/>
          <a:ln>
            <a:noFill/>
          </a:ln>
        </p:spPr>
        <p:txBody>
          <a:bodyPr anchorCtr="0" anchor="b" bIns="102875" lIns="68575" spcFirstLastPara="1" rIns="68575" wrap="square" tIns="68575">
            <a:noAutofit/>
          </a:bodyPr>
          <a:lstStyle/>
          <a:p>
            <a:pPr indent="-165100" lvl="0" marL="342900" marR="0" rtl="0" algn="ctr">
              <a:lnSpc>
                <a:spcPct val="95000"/>
              </a:lnSpc>
              <a:spcBef>
                <a:spcPts val="0"/>
              </a:spcBef>
              <a:spcAft>
                <a:spcPts val="0"/>
              </a:spcAft>
              <a:buClr>
                <a:schemeClr val="dk1"/>
              </a:buClr>
              <a:buSzPts val="1500"/>
              <a:buFont typeface="Arial"/>
              <a:buNone/>
            </a:pPr>
            <a:r>
              <a:rPr lang="en"/>
              <a:t>Icon or Text</a:t>
            </a:r>
            <a:endParaRPr/>
          </a:p>
        </p:txBody>
      </p:sp>
      <p:sp>
        <p:nvSpPr>
          <p:cNvPr id="500" name="Google Shape;500;p62"/>
          <p:cNvSpPr txBox="1"/>
          <p:nvPr>
            <p:ph idx="5" type="body"/>
          </p:nvPr>
        </p:nvSpPr>
        <p:spPr>
          <a:xfrm>
            <a:off x="4643231" y="1165815"/>
            <a:ext cx="1898605" cy="1004207"/>
          </a:xfrm>
          <a:prstGeom prst="rect">
            <a:avLst/>
          </a:prstGeom>
          <a:noFill/>
          <a:ln>
            <a:noFill/>
          </a:ln>
        </p:spPr>
        <p:txBody>
          <a:bodyPr anchorCtr="0" anchor="b" bIns="102875" lIns="68575" spcFirstLastPara="1" rIns="68575" wrap="square" tIns="68575">
            <a:noAutofit/>
          </a:bodyPr>
          <a:lstStyle/>
          <a:p>
            <a:pPr indent="-165100" lvl="0" marL="342900" marR="0" rtl="0" algn="ctr">
              <a:lnSpc>
                <a:spcPct val="95000"/>
              </a:lnSpc>
              <a:spcBef>
                <a:spcPts val="0"/>
              </a:spcBef>
              <a:spcAft>
                <a:spcPts val="0"/>
              </a:spcAft>
              <a:buClr>
                <a:schemeClr val="dk1"/>
              </a:buClr>
              <a:buSzPts val="1500"/>
              <a:buFont typeface="Arial"/>
              <a:buNone/>
            </a:pPr>
            <a:r>
              <a:rPr lang="en"/>
              <a:t>Icon or Text</a:t>
            </a:r>
            <a:endParaRPr/>
          </a:p>
        </p:txBody>
      </p:sp>
      <p:sp>
        <p:nvSpPr>
          <p:cNvPr id="501" name="Google Shape;501;p62"/>
          <p:cNvSpPr txBox="1"/>
          <p:nvPr>
            <p:ph idx="6" type="body"/>
          </p:nvPr>
        </p:nvSpPr>
        <p:spPr>
          <a:xfrm>
            <a:off x="2471316" y="1165815"/>
            <a:ext cx="1898605" cy="1004207"/>
          </a:xfrm>
          <a:prstGeom prst="rect">
            <a:avLst/>
          </a:prstGeom>
          <a:noFill/>
          <a:ln>
            <a:noFill/>
          </a:ln>
        </p:spPr>
        <p:txBody>
          <a:bodyPr anchorCtr="0" anchor="b" bIns="102875" lIns="68575" spcFirstLastPara="1" rIns="68575" wrap="square" tIns="68575">
            <a:noAutofit/>
          </a:bodyPr>
          <a:lstStyle/>
          <a:p>
            <a:pPr indent="-165100" lvl="0" marL="342900" marR="0" rtl="0" algn="ctr">
              <a:lnSpc>
                <a:spcPct val="95000"/>
              </a:lnSpc>
              <a:spcBef>
                <a:spcPts val="0"/>
              </a:spcBef>
              <a:spcAft>
                <a:spcPts val="0"/>
              </a:spcAft>
              <a:buClr>
                <a:schemeClr val="dk1"/>
              </a:buClr>
              <a:buSzPts val="1500"/>
              <a:buFont typeface="Arial"/>
              <a:buNone/>
            </a:pPr>
            <a:r>
              <a:rPr lang="en"/>
              <a:t>Icon or Text</a:t>
            </a:r>
            <a:endParaRPr/>
          </a:p>
        </p:txBody>
      </p:sp>
      <p:sp>
        <p:nvSpPr>
          <p:cNvPr id="502" name="Google Shape;502;p62"/>
          <p:cNvSpPr txBox="1"/>
          <p:nvPr>
            <p:ph idx="7" type="body"/>
          </p:nvPr>
        </p:nvSpPr>
        <p:spPr>
          <a:xfrm>
            <a:off x="336353" y="1284786"/>
            <a:ext cx="1817761" cy="381389"/>
          </a:xfrm>
          <a:prstGeom prst="rect">
            <a:avLst/>
          </a:prstGeom>
          <a:noFill/>
          <a:ln>
            <a:noFill/>
          </a:ln>
        </p:spPr>
        <p:txBody>
          <a:bodyPr anchorCtr="0" anchor="ctr" bIns="34275" lIns="68575" spcFirstLastPara="1" rIns="68575" wrap="square" tIns="34275">
            <a:noAutofit/>
          </a:bodyPr>
          <a:lstStyle/>
          <a:p>
            <a:pPr indent="-165100" lvl="0" marL="342900" marR="0" rtl="0" algn="ctr">
              <a:lnSpc>
                <a:spcPct val="95000"/>
              </a:lnSpc>
              <a:spcBef>
                <a:spcPts val="0"/>
              </a:spcBef>
              <a:spcAft>
                <a:spcPts val="0"/>
              </a:spcAft>
              <a:buClr>
                <a:schemeClr val="dk1"/>
              </a:buClr>
              <a:buSzPts val="1200"/>
              <a:buFont typeface="Arial"/>
              <a:buNone/>
            </a:pPr>
            <a:r>
              <a:rPr lang="en"/>
              <a:t>Icon</a:t>
            </a:r>
            <a:endParaRPr/>
          </a:p>
        </p:txBody>
      </p:sp>
      <p:sp>
        <p:nvSpPr>
          <p:cNvPr id="503" name="Google Shape;503;p62"/>
          <p:cNvSpPr txBox="1"/>
          <p:nvPr>
            <p:ph idx="8" type="body"/>
          </p:nvPr>
        </p:nvSpPr>
        <p:spPr>
          <a:xfrm>
            <a:off x="4680182" y="1284786"/>
            <a:ext cx="1817761" cy="381389"/>
          </a:xfrm>
          <a:prstGeom prst="rect">
            <a:avLst/>
          </a:prstGeom>
          <a:noFill/>
          <a:ln>
            <a:noFill/>
          </a:ln>
        </p:spPr>
        <p:txBody>
          <a:bodyPr anchorCtr="0" anchor="ctr" bIns="34275" lIns="68575" spcFirstLastPara="1" rIns="68575" wrap="square" tIns="34275">
            <a:noAutofit/>
          </a:bodyPr>
          <a:lstStyle/>
          <a:p>
            <a:pPr indent="-165100" lvl="0" marL="342900" marR="0" rtl="0" algn="ctr">
              <a:lnSpc>
                <a:spcPct val="95000"/>
              </a:lnSpc>
              <a:spcBef>
                <a:spcPts val="0"/>
              </a:spcBef>
              <a:spcAft>
                <a:spcPts val="0"/>
              </a:spcAft>
              <a:buClr>
                <a:schemeClr val="dk1"/>
              </a:buClr>
              <a:buSzPts val="1200"/>
              <a:buFont typeface="Arial"/>
              <a:buNone/>
            </a:pPr>
            <a:r>
              <a:rPr lang="en"/>
              <a:t>Icon</a:t>
            </a:r>
            <a:endParaRPr/>
          </a:p>
        </p:txBody>
      </p:sp>
      <p:sp>
        <p:nvSpPr>
          <p:cNvPr id="504" name="Google Shape;504;p62"/>
          <p:cNvSpPr txBox="1"/>
          <p:nvPr>
            <p:ph idx="9" type="body"/>
          </p:nvPr>
        </p:nvSpPr>
        <p:spPr>
          <a:xfrm>
            <a:off x="2508267" y="1284786"/>
            <a:ext cx="1817761" cy="381389"/>
          </a:xfrm>
          <a:prstGeom prst="rect">
            <a:avLst/>
          </a:prstGeom>
          <a:noFill/>
          <a:ln>
            <a:noFill/>
          </a:ln>
        </p:spPr>
        <p:txBody>
          <a:bodyPr anchorCtr="0" anchor="ctr" bIns="34275" lIns="68575" spcFirstLastPara="1" rIns="68575" wrap="square" tIns="34275">
            <a:noAutofit/>
          </a:bodyPr>
          <a:lstStyle/>
          <a:p>
            <a:pPr indent="-165100" lvl="0" marL="342900" marR="0" rtl="0" algn="ctr">
              <a:lnSpc>
                <a:spcPct val="95000"/>
              </a:lnSpc>
              <a:spcBef>
                <a:spcPts val="0"/>
              </a:spcBef>
              <a:spcAft>
                <a:spcPts val="0"/>
              </a:spcAft>
              <a:buClr>
                <a:schemeClr val="dk1"/>
              </a:buClr>
              <a:buSzPts val="1200"/>
              <a:buFont typeface="Arial"/>
              <a:buNone/>
            </a:pPr>
            <a:r>
              <a:rPr lang="en"/>
              <a:t>Icon</a:t>
            </a:r>
            <a:endParaRPr/>
          </a:p>
        </p:txBody>
      </p:sp>
      <p:sp>
        <p:nvSpPr>
          <p:cNvPr id="505" name="Google Shape;505;p62"/>
          <p:cNvSpPr txBox="1"/>
          <p:nvPr>
            <p:ph idx="13" type="body"/>
          </p:nvPr>
        </p:nvSpPr>
        <p:spPr>
          <a:xfrm>
            <a:off x="6815146" y="1165815"/>
            <a:ext cx="1898605" cy="3429000"/>
          </a:xfrm>
          <a:prstGeom prst="rect">
            <a:avLst/>
          </a:prstGeom>
          <a:noFill/>
          <a:ln>
            <a:noFill/>
          </a:ln>
        </p:spPr>
        <p:txBody>
          <a:bodyPr anchorCtr="0" anchor="t" bIns="34275" lIns="68575" spcFirstLastPara="1" rIns="274325" wrap="square" tIns="1234425">
            <a:noAutofit/>
          </a:bodyPr>
          <a:lstStyle/>
          <a:p>
            <a:pPr indent="-222250" lvl="0" marL="342900" rtl="0" algn="l">
              <a:lnSpc>
                <a:spcPct val="95000"/>
              </a:lnSpc>
              <a:spcBef>
                <a:spcPts val="0"/>
              </a:spcBef>
              <a:spcAft>
                <a:spcPts val="0"/>
              </a:spcAft>
              <a:buClr>
                <a:schemeClr val="dk2"/>
              </a:buClr>
              <a:buSzPts val="1100"/>
              <a:buFont typeface="Arial"/>
              <a:buChar char="•"/>
            </a:pPr>
            <a:r>
              <a:rPr lang="en"/>
              <a:t>Lorem ipsum dolor sit amet, consectetur sed do eiusmod tempor</a:t>
            </a:r>
            <a:endParaRPr/>
          </a:p>
          <a:p>
            <a:pPr indent="-222250" lvl="0" marL="342900" rtl="0" algn="l">
              <a:lnSpc>
                <a:spcPct val="95000"/>
              </a:lnSpc>
              <a:spcBef>
                <a:spcPts val="800"/>
              </a:spcBef>
              <a:spcAft>
                <a:spcPts val="0"/>
              </a:spcAft>
              <a:buClr>
                <a:schemeClr val="dk2"/>
              </a:buClr>
              <a:buSzPts val="1100"/>
              <a:buFont typeface="Arial"/>
              <a:buChar char="•"/>
            </a:pPr>
            <a:r>
              <a:rPr lang="en"/>
              <a:t>Lorem ipsum dolor sit amet, conse ctetur adipiscin</a:t>
            </a:r>
            <a:endParaRPr/>
          </a:p>
          <a:p>
            <a:pPr indent="-165100" lvl="0" marL="342900" marR="0" rtl="0" algn="l">
              <a:lnSpc>
                <a:spcPct val="95000"/>
              </a:lnSpc>
              <a:spcBef>
                <a:spcPts val="800"/>
              </a:spcBef>
              <a:spcAft>
                <a:spcPts val="0"/>
              </a:spcAft>
              <a:buClr>
                <a:schemeClr val="dk2"/>
              </a:buClr>
              <a:buSzPts val="1100"/>
              <a:buFont typeface="Arial"/>
              <a:buNone/>
            </a:pPr>
            <a:r>
              <a:t/>
            </a:r>
            <a:endParaRPr/>
          </a:p>
        </p:txBody>
      </p:sp>
      <p:sp>
        <p:nvSpPr>
          <p:cNvPr id="506" name="Google Shape;506;p62"/>
          <p:cNvSpPr txBox="1"/>
          <p:nvPr>
            <p:ph idx="14" type="body"/>
          </p:nvPr>
        </p:nvSpPr>
        <p:spPr>
          <a:xfrm>
            <a:off x="6815146" y="1165815"/>
            <a:ext cx="1898605" cy="1004207"/>
          </a:xfrm>
          <a:prstGeom prst="rect">
            <a:avLst/>
          </a:prstGeom>
          <a:noFill/>
          <a:ln>
            <a:noFill/>
          </a:ln>
        </p:spPr>
        <p:txBody>
          <a:bodyPr anchorCtr="0" anchor="b" bIns="102875" lIns="68575" spcFirstLastPara="1" rIns="68575" wrap="square" tIns="68575">
            <a:noAutofit/>
          </a:bodyPr>
          <a:lstStyle/>
          <a:p>
            <a:pPr indent="-165100" lvl="0" marL="342900" marR="0" rtl="0" algn="ctr">
              <a:lnSpc>
                <a:spcPct val="95000"/>
              </a:lnSpc>
              <a:spcBef>
                <a:spcPts val="0"/>
              </a:spcBef>
              <a:spcAft>
                <a:spcPts val="0"/>
              </a:spcAft>
              <a:buClr>
                <a:schemeClr val="dk1"/>
              </a:buClr>
              <a:buSzPts val="1500"/>
              <a:buFont typeface="Arial"/>
              <a:buNone/>
            </a:pPr>
            <a:r>
              <a:rPr lang="en"/>
              <a:t>Icon or Text</a:t>
            </a:r>
            <a:endParaRPr/>
          </a:p>
        </p:txBody>
      </p:sp>
      <p:sp>
        <p:nvSpPr>
          <p:cNvPr id="507" name="Google Shape;507;p62"/>
          <p:cNvSpPr txBox="1"/>
          <p:nvPr>
            <p:ph idx="15" type="body"/>
          </p:nvPr>
        </p:nvSpPr>
        <p:spPr>
          <a:xfrm>
            <a:off x="6852097" y="1284786"/>
            <a:ext cx="1817761" cy="381389"/>
          </a:xfrm>
          <a:prstGeom prst="rect">
            <a:avLst/>
          </a:prstGeom>
          <a:noFill/>
          <a:ln>
            <a:noFill/>
          </a:ln>
        </p:spPr>
        <p:txBody>
          <a:bodyPr anchorCtr="0" anchor="ctr" bIns="34275" lIns="68575" spcFirstLastPara="1" rIns="68575" wrap="square" tIns="34275">
            <a:noAutofit/>
          </a:bodyPr>
          <a:lstStyle/>
          <a:p>
            <a:pPr indent="-165100" lvl="0" marL="342900" marR="0" rtl="0" algn="ctr">
              <a:lnSpc>
                <a:spcPct val="95000"/>
              </a:lnSpc>
              <a:spcBef>
                <a:spcPts val="0"/>
              </a:spcBef>
              <a:spcAft>
                <a:spcPts val="0"/>
              </a:spcAft>
              <a:buClr>
                <a:schemeClr val="dk1"/>
              </a:buClr>
              <a:buSzPts val="1200"/>
              <a:buFont typeface="Arial"/>
              <a:buNone/>
            </a:pPr>
            <a:r>
              <a:rPr lang="en"/>
              <a:t>Icon</a:t>
            </a:r>
            <a:endParaRPr/>
          </a:p>
        </p:txBody>
      </p:sp>
      <p:sp>
        <p:nvSpPr>
          <p:cNvPr id="508" name="Google Shape;508;p62"/>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p>
            <a:pPr indent="0" lvl="0" marL="0" rtl="0" algn="l">
              <a:lnSpc>
                <a:spcPct val="90000"/>
              </a:lnSpc>
              <a:spcBef>
                <a:spcPts val="0"/>
              </a:spcBef>
              <a:spcAft>
                <a:spcPts val="0"/>
              </a:spcAft>
              <a:buClr>
                <a:schemeClr val="dk1"/>
              </a:buClr>
              <a:buSzPts val="2100"/>
              <a:buFont typeface="Open Sans"/>
              <a:buNone/>
            </a:pPr>
            <a:r>
              <a:rPr lang="en"/>
              <a:t>4 Pillar Graphic</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63"/>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p>
            <a:pPr indent="0" lvl="0" marL="0" rtl="0" algn="l">
              <a:lnSpc>
                <a:spcPct val="90000"/>
              </a:lnSpc>
              <a:spcBef>
                <a:spcPts val="0"/>
              </a:spcBef>
              <a:spcAft>
                <a:spcPts val="0"/>
              </a:spcAft>
              <a:buClr>
                <a:schemeClr val="dk1"/>
              </a:buClr>
              <a:buSzPts val="2100"/>
              <a:buFont typeface="Open Sans"/>
              <a:buNone/>
            </a:pPr>
            <a:r>
              <a:rPr lang="en"/>
              <a:t>4 Box Graphic</a:t>
            </a:r>
            <a:endParaRPr/>
          </a:p>
        </p:txBody>
      </p:sp>
      <p:sp>
        <p:nvSpPr>
          <p:cNvPr id="514" name="Google Shape;514;p63"/>
          <p:cNvSpPr txBox="1"/>
          <p:nvPr>
            <p:ph idx="1" type="body"/>
          </p:nvPr>
        </p:nvSpPr>
        <p:spPr>
          <a:xfrm>
            <a:off x="448784" y="2874979"/>
            <a:ext cx="4061727" cy="1665514"/>
          </a:xfrm>
          <a:prstGeom prst="rect">
            <a:avLst/>
          </a:prstGeom>
          <a:noFill/>
          <a:ln>
            <a:noFill/>
          </a:ln>
        </p:spPr>
        <p:txBody>
          <a:bodyPr anchorCtr="0" anchor="t" bIns="34275" lIns="68575" spcFirstLastPara="1" rIns="68575" wrap="square" tIns="480050">
            <a:noAutofit/>
          </a:bodyPr>
          <a:lstStyle/>
          <a:p>
            <a:pPr indent="-222250" lvl="0" marL="342900" rtl="0" algn="l">
              <a:lnSpc>
                <a:spcPct val="95000"/>
              </a:lnSpc>
              <a:spcBef>
                <a:spcPts val="0"/>
              </a:spcBef>
              <a:spcAft>
                <a:spcPts val="0"/>
              </a:spcAft>
              <a:buClr>
                <a:schemeClr val="dk1"/>
              </a:buClr>
              <a:buSzPts val="1100"/>
              <a:buFont typeface="Arial"/>
              <a:buChar char="•"/>
            </a:pPr>
            <a:r>
              <a:rPr lang="en"/>
              <a:t>Lorem ipsum dolor sit amet, consectetur adipiscing elit, sed do eiusmod tempor</a:t>
            </a:r>
            <a:endParaRPr/>
          </a:p>
          <a:p>
            <a:pPr indent="-222250" lvl="0" marL="342900" rtl="0" algn="l">
              <a:lnSpc>
                <a:spcPct val="95000"/>
              </a:lnSpc>
              <a:spcBef>
                <a:spcPts val="800"/>
              </a:spcBef>
              <a:spcAft>
                <a:spcPts val="0"/>
              </a:spcAft>
              <a:buClr>
                <a:schemeClr val="dk1"/>
              </a:buClr>
              <a:buSzPts val="1100"/>
              <a:buFont typeface="Arial"/>
              <a:buChar char="•"/>
            </a:pPr>
            <a:r>
              <a:rPr lang="en"/>
              <a:t>Lorem ipsum dolor sit amet, consectetur adipiscing elit, sed do eiusmod tempor</a:t>
            </a:r>
            <a:endParaRPr/>
          </a:p>
        </p:txBody>
      </p:sp>
      <p:sp>
        <p:nvSpPr>
          <p:cNvPr id="515" name="Google Shape;515;p63"/>
          <p:cNvSpPr txBox="1"/>
          <p:nvPr>
            <p:ph idx="2" type="body"/>
          </p:nvPr>
        </p:nvSpPr>
        <p:spPr>
          <a:xfrm>
            <a:off x="4797833" y="1111494"/>
            <a:ext cx="4061727" cy="1665514"/>
          </a:xfrm>
          <a:prstGeom prst="rect">
            <a:avLst/>
          </a:prstGeom>
          <a:noFill/>
          <a:ln>
            <a:noFill/>
          </a:ln>
        </p:spPr>
        <p:txBody>
          <a:bodyPr anchorCtr="0" anchor="t" bIns="34275" lIns="68575" spcFirstLastPara="1" rIns="68575" wrap="square" tIns="480050">
            <a:noAutofit/>
          </a:bodyPr>
          <a:lstStyle/>
          <a:p>
            <a:pPr indent="-222250" lvl="0" marL="342900" rtl="0" algn="l">
              <a:lnSpc>
                <a:spcPct val="95000"/>
              </a:lnSpc>
              <a:spcBef>
                <a:spcPts val="0"/>
              </a:spcBef>
              <a:spcAft>
                <a:spcPts val="0"/>
              </a:spcAft>
              <a:buClr>
                <a:schemeClr val="dk1"/>
              </a:buClr>
              <a:buSzPts val="1100"/>
              <a:buFont typeface="Arial"/>
              <a:buChar char="•"/>
            </a:pPr>
            <a:r>
              <a:rPr lang="en"/>
              <a:t>Lorem ipsum dolor sit amet, consectetur adipiscing elit, sed do eiusmod tempor</a:t>
            </a:r>
            <a:endParaRPr/>
          </a:p>
          <a:p>
            <a:pPr indent="-222250" lvl="0" marL="342900" rtl="0" algn="l">
              <a:lnSpc>
                <a:spcPct val="95000"/>
              </a:lnSpc>
              <a:spcBef>
                <a:spcPts val="800"/>
              </a:spcBef>
              <a:spcAft>
                <a:spcPts val="0"/>
              </a:spcAft>
              <a:buClr>
                <a:schemeClr val="dk1"/>
              </a:buClr>
              <a:buSzPts val="1100"/>
              <a:buFont typeface="Arial"/>
              <a:buChar char="•"/>
            </a:pPr>
            <a:r>
              <a:rPr lang="en"/>
              <a:t>Lorem ipsum dolor sit amet, consectetur adipiscing elit, sed do eiusmod tempor</a:t>
            </a:r>
            <a:endParaRPr/>
          </a:p>
        </p:txBody>
      </p:sp>
      <p:sp>
        <p:nvSpPr>
          <p:cNvPr id="516" name="Google Shape;516;p63"/>
          <p:cNvSpPr txBox="1"/>
          <p:nvPr>
            <p:ph idx="3" type="body"/>
          </p:nvPr>
        </p:nvSpPr>
        <p:spPr>
          <a:xfrm>
            <a:off x="448784" y="1111494"/>
            <a:ext cx="4061727" cy="1665514"/>
          </a:xfrm>
          <a:prstGeom prst="rect">
            <a:avLst/>
          </a:prstGeom>
          <a:noFill/>
          <a:ln>
            <a:noFill/>
          </a:ln>
        </p:spPr>
        <p:txBody>
          <a:bodyPr anchorCtr="0" anchor="t" bIns="34275" lIns="68575" spcFirstLastPara="1" rIns="68575" wrap="square" tIns="480050">
            <a:noAutofit/>
          </a:bodyPr>
          <a:lstStyle/>
          <a:p>
            <a:pPr indent="-222250" lvl="0" marL="342900" rtl="0" algn="l">
              <a:lnSpc>
                <a:spcPct val="95000"/>
              </a:lnSpc>
              <a:spcBef>
                <a:spcPts val="0"/>
              </a:spcBef>
              <a:spcAft>
                <a:spcPts val="0"/>
              </a:spcAft>
              <a:buClr>
                <a:schemeClr val="dk1"/>
              </a:buClr>
              <a:buSzPts val="1100"/>
              <a:buFont typeface="Arial"/>
              <a:buChar char="•"/>
            </a:pPr>
            <a:r>
              <a:rPr lang="en"/>
              <a:t>Lorem ipsum dolor sit amet, consectetur adipiscing elit, sed do eiusmod tempor</a:t>
            </a:r>
            <a:endParaRPr/>
          </a:p>
          <a:p>
            <a:pPr indent="-222250" lvl="0" marL="342900" rtl="0" algn="l">
              <a:lnSpc>
                <a:spcPct val="95000"/>
              </a:lnSpc>
              <a:spcBef>
                <a:spcPts val="800"/>
              </a:spcBef>
              <a:spcAft>
                <a:spcPts val="0"/>
              </a:spcAft>
              <a:buClr>
                <a:schemeClr val="dk1"/>
              </a:buClr>
              <a:buSzPts val="1100"/>
              <a:buFont typeface="Arial"/>
              <a:buChar char="•"/>
            </a:pPr>
            <a:r>
              <a:rPr lang="en"/>
              <a:t>Lorem ipsum dolor sit amet, consectetur adipiscing elit, sed do eiusmod tempor</a:t>
            </a:r>
            <a:endParaRPr/>
          </a:p>
        </p:txBody>
      </p:sp>
      <p:sp>
        <p:nvSpPr>
          <p:cNvPr id="517" name="Google Shape;517;p63"/>
          <p:cNvSpPr txBox="1"/>
          <p:nvPr/>
        </p:nvSpPr>
        <p:spPr>
          <a:xfrm>
            <a:off x="448784" y="2874980"/>
            <a:ext cx="4061727" cy="321905"/>
          </a:xfrm>
          <a:prstGeom prst="rect">
            <a:avLst/>
          </a:prstGeom>
          <a:noFill/>
          <a:ln>
            <a:noFill/>
          </a:ln>
        </p:spPr>
        <p:txBody>
          <a:bodyPr anchorCtr="0" anchor="ctr" bIns="68575" lIns="68575" spcFirstLastPara="1" rIns="68575" wrap="square" tIns="68575">
            <a:noAutofit/>
          </a:bodyPr>
          <a:lstStyle/>
          <a:p>
            <a:pPr indent="0" lvl="0" marL="0" marR="0" rtl="0" algn="ctr">
              <a:lnSpc>
                <a:spcPct val="95000"/>
              </a:lnSpc>
              <a:spcBef>
                <a:spcPts val="0"/>
              </a:spcBef>
              <a:spcAft>
                <a:spcPts val="0"/>
              </a:spcAft>
              <a:buClr>
                <a:schemeClr val="dk1"/>
              </a:buClr>
              <a:buSzPts val="1500"/>
              <a:buFont typeface="Arial"/>
              <a:buNone/>
            </a:pPr>
            <a:r>
              <a:rPr b="1" i="0" lang="en" sz="1500" u="none" cap="none" strike="noStrike">
                <a:solidFill>
                  <a:schemeClr val="dk1"/>
                </a:solidFill>
                <a:latin typeface="Open Sans ExtraBold"/>
                <a:ea typeface="Open Sans ExtraBold"/>
                <a:cs typeface="Open Sans ExtraBold"/>
                <a:sym typeface="Open Sans ExtraBold"/>
              </a:rPr>
              <a:t>Lorem Ipsum</a:t>
            </a:r>
            <a:endParaRPr b="0" i="0" sz="1100" u="none" cap="none" strike="noStrike">
              <a:solidFill>
                <a:srgbClr val="000000"/>
              </a:solidFill>
              <a:latin typeface="Arial"/>
              <a:ea typeface="Arial"/>
              <a:cs typeface="Arial"/>
              <a:sym typeface="Arial"/>
            </a:endParaRPr>
          </a:p>
        </p:txBody>
      </p:sp>
      <p:sp>
        <p:nvSpPr>
          <p:cNvPr id="518" name="Google Shape;518;p63"/>
          <p:cNvSpPr txBox="1"/>
          <p:nvPr/>
        </p:nvSpPr>
        <p:spPr>
          <a:xfrm>
            <a:off x="4797833" y="1111495"/>
            <a:ext cx="4061727" cy="321905"/>
          </a:xfrm>
          <a:prstGeom prst="rect">
            <a:avLst/>
          </a:prstGeom>
          <a:noFill/>
          <a:ln>
            <a:noFill/>
          </a:ln>
        </p:spPr>
        <p:txBody>
          <a:bodyPr anchorCtr="0" anchor="ctr" bIns="68575" lIns="68575" spcFirstLastPara="1" rIns="68575" wrap="square" tIns="68575">
            <a:noAutofit/>
          </a:bodyPr>
          <a:lstStyle/>
          <a:p>
            <a:pPr indent="0" lvl="0" marL="0" marR="0" rtl="0" algn="ctr">
              <a:lnSpc>
                <a:spcPct val="95000"/>
              </a:lnSpc>
              <a:spcBef>
                <a:spcPts val="0"/>
              </a:spcBef>
              <a:spcAft>
                <a:spcPts val="0"/>
              </a:spcAft>
              <a:buClr>
                <a:schemeClr val="dk1"/>
              </a:buClr>
              <a:buSzPts val="1500"/>
              <a:buFont typeface="Arial"/>
              <a:buNone/>
            </a:pPr>
            <a:r>
              <a:rPr b="1" i="0" lang="en" sz="1500" u="none" cap="none" strike="noStrike">
                <a:solidFill>
                  <a:schemeClr val="dk1"/>
                </a:solidFill>
                <a:latin typeface="Open Sans ExtraBold"/>
                <a:ea typeface="Open Sans ExtraBold"/>
                <a:cs typeface="Open Sans ExtraBold"/>
                <a:sym typeface="Open Sans ExtraBold"/>
              </a:rPr>
              <a:t>Lorem Ipsum</a:t>
            </a:r>
            <a:endParaRPr b="0" i="0" sz="1100" u="none" cap="none" strike="noStrike">
              <a:solidFill>
                <a:srgbClr val="000000"/>
              </a:solidFill>
              <a:latin typeface="Arial"/>
              <a:ea typeface="Arial"/>
              <a:cs typeface="Arial"/>
              <a:sym typeface="Arial"/>
            </a:endParaRPr>
          </a:p>
        </p:txBody>
      </p:sp>
      <p:sp>
        <p:nvSpPr>
          <p:cNvPr id="519" name="Google Shape;519;p63"/>
          <p:cNvSpPr txBox="1"/>
          <p:nvPr/>
        </p:nvSpPr>
        <p:spPr>
          <a:xfrm>
            <a:off x="4797833" y="2874979"/>
            <a:ext cx="4061727" cy="1665514"/>
          </a:xfrm>
          <a:prstGeom prst="rect">
            <a:avLst/>
          </a:prstGeom>
          <a:noFill/>
          <a:ln>
            <a:noFill/>
          </a:ln>
        </p:spPr>
        <p:txBody>
          <a:bodyPr anchorCtr="0" anchor="t" bIns="34275" lIns="68575" spcFirstLastPara="1" rIns="68575" wrap="square" tIns="480050">
            <a:noAutofit/>
          </a:bodyPr>
          <a:lstStyle/>
          <a:p>
            <a:pPr indent="-222250" lvl="0" marL="342900" marR="0" rtl="0" algn="l">
              <a:lnSpc>
                <a:spcPct val="95000"/>
              </a:lnSpc>
              <a:spcBef>
                <a:spcPts val="0"/>
              </a:spcBef>
              <a:spcAft>
                <a:spcPts val="0"/>
              </a:spcAft>
              <a:buClr>
                <a:schemeClr val="dk1"/>
              </a:buClr>
              <a:buSzPts val="1100"/>
              <a:buFont typeface="Arial"/>
              <a:buChar char="•"/>
            </a:pPr>
            <a:r>
              <a:rPr b="0" i="0" lang="en" sz="1100" u="none" cap="none" strike="noStrike">
                <a:solidFill>
                  <a:schemeClr val="dk1"/>
                </a:solidFill>
                <a:latin typeface="Open Sans"/>
                <a:ea typeface="Open Sans"/>
                <a:cs typeface="Open Sans"/>
                <a:sym typeface="Open Sans"/>
              </a:rPr>
              <a:t>Lorem ipsum dolor sit amet, consectetur adipiscing elit, sed do eiusmod tempor</a:t>
            </a:r>
            <a:endParaRPr b="0" i="0" sz="1100" u="none" cap="none" strike="noStrike">
              <a:solidFill>
                <a:srgbClr val="000000"/>
              </a:solidFill>
              <a:latin typeface="Arial"/>
              <a:ea typeface="Arial"/>
              <a:cs typeface="Arial"/>
              <a:sym typeface="Arial"/>
            </a:endParaRPr>
          </a:p>
          <a:p>
            <a:pPr indent="-222250" lvl="0" marL="342900" marR="0" rtl="0" algn="l">
              <a:lnSpc>
                <a:spcPct val="95000"/>
              </a:lnSpc>
              <a:spcBef>
                <a:spcPts val="800"/>
              </a:spcBef>
              <a:spcAft>
                <a:spcPts val="0"/>
              </a:spcAft>
              <a:buClr>
                <a:schemeClr val="dk1"/>
              </a:buClr>
              <a:buSzPts val="1100"/>
              <a:buFont typeface="Arial"/>
              <a:buChar char="•"/>
            </a:pPr>
            <a:r>
              <a:rPr b="0" i="0" lang="en" sz="1100" u="none" cap="none" strike="noStrike">
                <a:solidFill>
                  <a:schemeClr val="dk1"/>
                </a:solidFill>
                <a:latin typeface="Open Sans"/>
                <a:ea typeface="Open Sans"/>
                <a:cs typeface="Open Sans"/>
                <a:sym typeface="Open Sans"/>
              </a:rPr>
              <a:t>Lorem ipsum dolor sit amet, consectetur adipiscing elit, sed do eiusmod tempor</a:t>
            </a:r>
            <a:endParaRPr b="0" i="0" sz="1100" u="none" cap="none" strike="noStrike">
              <a:solidFill>
                <a:srgbClr val="000000"/>
              </a:solidFill>
              <a:latin typeface="Arial"/>
              <a:ea typeface="Arial"/>
              <a:cs typeface="Arial"/>
              <a:sym typeface="Arial"/>
            </a:endParaRPr>
          </a:p>
        </p:txBody>
      </p:sp>
      <p:sp>
        <p:nvSpPr>
          <p:cNvPr id="520" name="Google Shape;520;p63"/>
          <p:cNvSpPr txBox="1"/>
          <p:nvPr/>
        </p:nvSpPr>
        <p:spPr>
          <a:xfrm>
            <a:off x="4797833" y="2874980"/>
            <a:ext cx="4061727" cy="321905"/>
          </a:xfrm>
          <a:prstGeom prst="rect">
            <a:avLst/>
          </a:prstGeom>
          <a:noFill/>
          <a:ln>
            <a:noFill/>
          </a:ln>
        </p:spPr>
        <p:txBody>
          <a:bodyPr anchorCtr="0" anchor="ctr" bIns="68575" lIns="68575" spcFirstLastPara="1" rIns="68575" wrap="square" tIns="68575">
            <a:noAutofit/>
          </a:bodyPr>
          <a:lstStyle/>
          <a:p>
            <a:pPr indent="0" lvl="0" marL="0" marR="0" rtl="0" algn="ctr">
              <a:lnSpc>
                <a:spcPct val="95000"/>
              </a:lnSpc>
              <a:spcBef>
                <a:spcPts val="0"/>
              </a:spcBef>
              <a:spcAft>
                <a:spcPts val="0"/>
              </a:spcAft>
              <a:buClr>
                <a:schemeClr val="dk1"/>
              </a:buClr>
              <a:buSzPts val="1500"/>
              <a:buFont typeface="Arial"/>
              <a:buNone/>
            </a:pPr>
            <a:r>
              <a:rPr b="1" i="0" lang="en" sz="1500" u="none" cap="none" strike="noStrike">
                <a:solidFill>
                  <a:schemeClr val="dk1"/>
                </a:solidFill>
                <a:latin typeface="Open Sans ExtraBold"/>
                <a:ea typeface="Open Sans ExtraBold"/>
                <a:cs typeface="Open Sans ExtraBold"/>
                <a:sym typeface="Open Sans ExtraBold"/>
              </a:rPr>
              <a:t>Lorem Ipsum</a:t>
            </a:r>
            <a:endParaRPr b="0" i="0" sz="1100" u="none" cap="none" strike="noStrike">
              <a:solidFill>
                <a:srgbClr val="000000"/>
              </a:solidFill>
              <a:latin typeface="Arial"/>
              <a:ea typeface="Arial"/>
              <a:cs typeface="Arial"/>
              <a:sym typeface="Arial"/>
            </a:endParaRPr>
          </a:p>
        </p:txBody>
      </p:sp>
      <p:sp>
        <p:nvSpPr>
          <p:cNvPr id="521" name="Google Shape;521;p63"/>
          <p:cNvSpPr txBox="1"/>
          <p:nvPr>
            <p:ph idx="4" type="body"/>
          </p:nvPr>
        </p:nvSpPr>
        <p:spPr>
          <a:xfrm>
            <a:off x="448784" y="1111495"/>
            <a:ext cx="4061727" cy="321905"/>
          </a:xfrm>
          <a:prstGeom prst="rect">
            <a:avLst/>
          </a:prstGeom>
          <a:noFill/>
          <a:ln>
            <a:noFill/>
          </a:ln>
        </p:spPr>
        <p:txBody>
          <a:bodyPr anchorCtr="0" anchor="ctr" bIns="68575" lIns="68575" spcFirstLastPara="1" rIns="68575" wrap="square" tIns="68575">
            <a:noAutofit/>
          </a:bodyPr>
          <a:lstStyle/>
          <a:p>
            <a:pPr indent="0" lvl="0" marL="0" rtl="0" algn="ctr">
              <a:lnSpc>
                <a:spcPct val="95000"/>
              </a:lnSpc>
              <a:spcBef>
                <a:spcPts val="0"/>
              </a:spcBef>
              <a:spcAft>
                <a:spcPts val="0"/>
              </a:spcAft>
              <a:buClr>
                <a:schemeClr val="dk1"/>
              </a:buClr>
              <a:buSzPts val="1500"/>
              <a:buNone/>
            </a:pPr>
            <a:r>
              <a:rPr lang="en"/>
              <a:t>Lorem Ipsum</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64"/>
          <p:cNvSpPr txBox="1"/>
          <p:nvPr>
            <p:ph idx="1" type="body"/>
          </p:nvPr>
        </p:nvSpPr>
        <p:spPr>
          <a:xfrm>
            <a:off x="448784" y="1241712"/>
            <a:ext cx="2430218" cy="1371600"/>
          </a:xfrm>
          <a:prstGeom prst="rect">
            <a:avLst/>
          </a:prstGeom>
          <a:noFill/>
          <a:ln>
            <a:noFill/>
          </a:ln>
        </p:spPr>
        <p:txBody>
          <a:bodyPr anchorCtr="0" anchor="t" bIns="34275" lIns="68575" spcFirstLastPara="1" rIns="68575" wrap="square" tIns="34275">
            <a:noAutofit/>
          </a:bodyPr>
          <a:lstStyle/>
          <a:p>
            <a:pPr indent="0" lvl="0" marL="0" rtl="0" algn="l">
              <a:lnSpc>
                <a:spcPct val="95000"/>
              </a:lnSpc>
              <a:spcBef>
                <a:spcPts val="0"/>
              </a:spcBef>
              <a:spcAft>
                <a:spcPts val="0"/>
              </a:spcAft>
              <a:buClr>
                <a:schemeClr val="dk1"/>
              </a:buClr>
              <a:buSzPts val="1500"/>
              <a:buNone/>
            </a:pPr>
            <a:r>
              <a:rPr lang="en"/>
              <a:t>Lorem ipsum</a:t>
            </a:r>
            <a:endParaRPr/>
          </a:p>
          <a:p>
            <a:pPr indent="0" lvl="1" marL="0" rtl="0" algn="l">
              <a:lnSpc>
                <a:spcPct val="95000"/>
              </a:lnSpc>
              <a:spcBef>
                <a:spcPts val="800"/>
              </a:spcBef>
              <a:spcAft>
                <a:spcPts val="0"/>
              </a:spcAft>
              <a:buClr>
                <a:schemeClr val="dk1"/>
              </a:buClr>
              <a:buSzPts val="1500"/>
              <a:buNone/>
            </a:pPr>
            <a:r>
              <a:rPr lang="en" sz="1300"/>
              <a:t>Lorem ipsum dolor sit amet, onse ctetur adipiscing elit, sed dp eisumod rempor</a:t>
            </a:r>
            <a:endParaRPr sz="1300"/>
          </a:p>
        </p:txBody>
      </p:sp>
      <p:sp>
        <p:nvSpPr>
          <p:cNvPr id="527" name="Google Shape;527;p64"/>
          <p:cNvSpPr txBox="1"/>
          <p:nvPr>
            <p:ph idx="2" type="body"/>
          </p:nvPr>
        </p:nvSpPr>
        <p:spPr>
          <a:xfrm>
            <a:off x="448775" y="3153650"/>
            <a:ext cx="2347800" cy="1371600"/>
          </a:xfrm>
          <a:prstGeom prst="rect">
            <a:avLst/>
          </a:prstGeom>
          <a:noFill/>
          <a:ln>
            <a:noFill/>
          </a:ln>
        </p:spPr>
        <p:txBody>
          <a:bodyPr anchorCtr="0" anchor="b" bIns="34275" lIns="68575" spcFirstLastPara="1" rIns="68575" wrap="square" tIns="34275">
            <a:noAutofit/>
          </a:bodyPr>
          <a:lstStyle/>
          <a:p>
            <a:pPr indent="0" lvl="0" marL="0" rtl="0" algn="l">
              <a:lnSpc>
                <a:spcPct val="95000"/>
              </a:lnSpc>
              <a:spcBef>
                <a:spcPts val="0"/>
              </a:spcBef>
              <a:spcAft>
                <a:spcPts val="0"/>
              </a:spcAft>
              <a:buClr>
                <a:schemeClr val="dk1"/>
              </a:buClr>
              <a:buSzPts val="1500"/>
              <a:buNone/>
            </a:pPr>
            <a:r>
              <a:rPr lang="en"/>
              <a:t>Lorem ipsum</a:t>
            </a:r>
            <a:endParaRPr/>
          </a:p>
          <a:p>
            <a:pPr indent="0" lvl="1" marL="0" rtl="0" algn="l">
              <a:lnSpc>
                <a:spcPct val="95000"/>
              </a:lnSpc>
              <a:spcBef>
                <a:spcPts val="800"/>
              </a:spcBef>
              <a:spcAft>
                <a:spcPts val="0"/>
              </a:spcAft>
              <a:buClr>
                <a:schemeClr val="dk1"/>
              </a:buClr>
              <a:buSzPts val="1500"/>
              <a:buNone/>
            </a:pPr>
            <a:r>
              <a:rPr lang="en" sz="1300"/>
              <a:t>Lorem ipsum dolor sit amet onse ctetur adipiscing elit, sed dp eisumod rempor</a:t>
            </a:r>
            <a:endParaRPr sz="1300"/>
          </a:p>
          <a:p>
            <a:pPr indent="-165100" lvl="0" marL="342900" marR="0" rtl="0" algn="l">
              <a:lnSpc>
                <a:spcPct val="95000"/>
              </a:lnSpc>
              <a:spcBef>
                <a:spcPts val="800"/>
              </a:spcBef>
              <a:spcAft>
                <a:spcPts val="0"/>
              </a:spcAft>
              <a:buClr>
                <a:schemeClr val="dk1"/>
              </a:buClr>
              <a:buSzPts val="1500"/>
              <a:buFont typeface="Arial"/>
              <a:buNone/>
            </a:pPr>
            <a:r>
              <a:t/>
            </a:r>
            <a:endParaRPr/>
          </a:p>
        </p:txBody>
      </p:sp>
      <p:sp>
        <p:nvSpPr>
          <p:cNvPr id="528" name="Google Shape;528;p64"/>
          <p:cNvSpPr txBox="1"/>
          <p:nvPr>
            <p:ph idx="3" type="body"/>
          </p:nvPr>
        </p:nvSpPr>
        <p:spPr>
          <a:xfrm>
            <a:off x="7048549" y="3153650"/>
            <a:ext cx="1749600" cy="1371600"/>
          </a:xfrm>
          <a:prstGeom prst="rect">
            <a:avLst/>
          </a:prstGeom>
          <a:noFill/>
          <a:ln>
            <a:noFill/>
          </a:ln>
        </p:spPr>
        <p:txBody>
          <a:bodyPr anchorCtr="0" anchor="b" bIns="34275" lIns="68575" spcFirstLastPara="1" rIns="68575" wrap="square" tIns="34275">
            <a:noAutofit/>
          </a:bodyPr>
          <a:lstStyle/>
          <a:p>
            <a:pPr indent="0" lvl="0" marL="0" rtl="0" algn="r">
              <a:lnSpc>
                <a:spcPct val="95000"/>
              </a:lnSpc>
              <a:spcBef>
                <a:spcPts val="0"/>
              </a:spcBef>
              <a:spcAft>
                <a:spcPts val="0"/>
              </a:spcAft>
              <a:buClr>
                <a:schemeClr val="dk1"/>
              </a:buClr>
              <a:buSzPts val="1500"/>
              <a:buNone/>
            </a:pPr>
            <a:r>
              <a:rPr lang="en"/>
              <a:t>Lorem ipsum</a:t>
            </a:r>
            <a:endParaRPr/>
          </a:p>
          <a:p>
            <a:pPr indent="0" lvl="1" marL="0" rtl="0" algn="r">
              <a:lnSpc>
                <a:spcPct val="95000"/>
              </a:lnSpc>
              <a:spcBef>
                <a:spcPts val="800"/>
              </a:spcBef>
              <a:spcAft>
                <a:spcPts val="0"/>
              </a:spcAft>
              <a:buClr>
                <a:schemeClr val="dk1"/>
              </a:buClr>
              <a:buSzPts val="1500"/>
              <a:buNone/>
            </a:pPr>
            <a:r>
              <a:rPr lang="en" sz="1300"/>
              <a:t>Lorem ipsum dol</a:t>
            </a:r>
            <a:br>
              <a:rPr lang="en" sz="1300"/>
            </a:br>
            <a:r>
              <a:rPr lang="en" sz="1300"/>
              <a:t>sit amet, elit, sed dp</a:t>
            </a:r>
            <a:br>
              <a:rPr lang="en" sz="1300"/>
            </a:br>
            <a:r>
              <a:rPr lang="en" sz="1300"/>
              <a:t>eisum od rempor</a:t>
            </a:r>
            <a:endParaRPr sz="1300"/>
          </a:p>
          <a:p>
            <a:pPr indent="-165100" lvl="0" marL="342900" marR="0" rtl="0" algn="r">
              <a:lnSpc>
                <a:spcPct val="95000"/>
              </a:lnSpc>
              <a:spcBef>
                <a:spcPts val="800"/>
              </a:spcBef>
              <a:spcAft>
                <a:spcPts val="0"/>
              </a:spcAft>
              <a:buClr>
                <a:schemeClr val="dk1"/>
              </a:buClr>
              <a:buSzPts val="1500"/>
              <a:buFont typeface="Arial"/>
              <a:buNone/>
            </a:pPr>
            <a:r>
              <a:t/>
            </a:r>
            <a:endParaRPr/>
          </a:p>
        </p:txBody>
      </p:sp>
      <p:sp>
        <p:nvSpPr>
          <p:cNvPr id="529" name="Google Shape;529;p64"/>
          <p:cNvSpPr txBox="1"/>
          <p:nvPr>
            <p:ph idx="4" type="body"/>
          </p:nvPr>
        </p:nvSpPr>
        <p:spPr>
          <a:xfrm>
            <a:off x="4574927" y="1241712"/>
            <a:ext cx="4223147" cy="1371600"/>
          </a:xfrm>
          <a:prstGeom prst="rect">
            <a:avLst/>
          </a:prstGeom>
          <a:noFill/>
          <a:ln>
            <a:noFill/>
          </a:ln>
        </p:spPr>
        <p:txBody>
          <a:bodyPr anchorCtr="0" anchor="t" bIns="34275" lIns="68575" spcFirstLastPara="1" rIns="68575" wrap="square" tIns="34275">
            <a:noAutofit/>
          </a:bodyPr>
          <a:lstStyle/>
          <a:p>
            <a:pPr indent="0" lvl="0" marL="0" rtl="0" algn="r">
              <a:lnSpc>
                <a:spcPct val="95000"/>
              </a:lnSpc>
              <a:spcBef>
                <a:spcPts val="0"/>
              </a:spcBef>
              <a:spcAft>
                <a:spcPts val="0"/>
              </a:spcAft>
              <a:buClr>
                <a:schemeClr val="dk1"/>
              </a:buClr>
              <a:buSzPts val="1500"/>
              <a:buNone/>
            </a:pPr>
            <a:r>
              <a:rPr lang="en"/>
              <a:t>Lorem ipsum</a:t>
            </a:r>
            <a:endParaRPr/>
          </a:p>
          <a:p>
            <a:pPr indent="0" lvl="1" marL="0" rtl="0" algn="r">
              <a:lnSpc>
                <a:spcPct val="95000"/>
              </a:lnSpc>
              <a:spcBef>
                <a:spcPts val="800"/>
              </a:spcBef>
              <a:spcAft>
                <a:spcPts val="0"/>
              </a:spcAft>
              <a:buClr>
                <a:schemeClr val="dk1"/>
              </a:buClr>
              <a:buSzPts val="1500"/>
              <a:buNone/>
            </a:pPr>
            <a:r>
              <a:rPr lang="en" sz="1200"/>
              <a:t>Lorem ipsum,</a:t>
            </a:r>
            <a:br>
              <a:rPr lang="en" sz="1200"/>
            </a:br>
            <a:r>
              <a:rPr lang="en" sz="1200"/>
              <a:t>consectetur adipis</a:t>
            </a:r>
            <a:br>
              <a:rPr lang="en" sz="1200"/>
            </a:br>
            <a:r>
              <a:rPr lang="en" sz="1200"/>
              <a:t>cing elit, sed</a:t>
            </a:r>
            <a:br>
              <a:rPr lang="en" sz="1200"/>
            </a:br>
            <a:r>
              <a:rPr lang="en" sz="1200"/>
              <a:t>dp eisumod rempor</a:t>
            </a:r>
            <a:endParaRPr sz="1200"/>
          </a:p>
          <a:p>
            <a:pPr indent="-165100" lvl="0" marL="342900" marR="0" rtl="0" algn="r">
              <a:lnSpc>
                <a:spcPct val="95000"/>
              </a:lnSpc>
              <a:spcBef>
                <a:spcPts val="800"/>
              </a:spcBef>
              <a:spcAft>
                <a:spcPts val="0"/>
              </a:spcAft>
              <a:buClr>
                <a:schemeClr val="dk1"/>
              </a:buClr>
              <a:buSzPts val="1500"/>
              <a:buFont typeface="Arial"/>
              <a:buNone/>
            </a:pPr>
            <a:r>
              <a:t/>
            </a:r>
            <a:endParaRPr/>
          </a:p>
        </p:txBody>
      </p:sp>
      <p:sp>
        <p:nvSpPr>
          <p:cNvPr id="530" name="Google Shape;530;p64"/>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p>
            <a:pPr indent="0" lvl="0" marL="0" rtl="0" algn="l">
              <a:lnSpc>
                <a:spcPct val="90000"/>
              </a:lnSpc>
              <a:spcBef>
                <a:spcPts val="0"/>
              </a:spcBef>
              <a:spcAft>
                <a:spcPts val="0"/>
              </a:spcAft>
              <a:buClr>
                <a:schemeClr val="dk1"/>
              </a:buClr>
              <a:buSzPts val="2100"/>
              <a:buFont typeface="Open Sans"/>
              <a:buNone/>
            </a:pPr>
            <a:r>
              <a:rPr lang="en"/>
              <a:t>4 Box Graphic with Center Focus</a:t>
            </a:r>
            <a:endParaRPr/>
          </a:p>
        </p:txBody>
      </p:sp>
      <p:sp>
        <p:nvSpPr>
          <p:cNvPr id="531" name="Google Shape;531;p64"/>
          <p:cNvSpPr txBox="1"/>
          <p:nvPr>
            <p:ph idx="5" type="body"/>
          </p:nvPr>
        </p:nvSpPr>
        <p:spPr>
          <a:xfrm>
            <a:off x="3041963" y="2186381"/>
            <a:ext cx="2842435" cy="1313426"/>
          </a:xfrm>
          <a:prstGeom prst="rect">
            <a:avLst/>
          </a:prstGeom>
          <a:noFill/>
          <a:ln>
            <a:noFill/>
          </a:ln>
        </p:spPr>
        <p:txBody>
          <a:bodyPr anchorCtr="0" anchor="ctr" bIns="20575" lIns="20575" spcFirstLastPara="1" rIns="20575" wrap="square" tIns="20575">
            <a:spAutoFit/>
          </a:bodyPr>
          <a:lstStyle/>
          <a:p>
            <a:pPr indent="-165100" lvl="0" marL="342900" marR="0" rtl="0" algn="ctr">
              <a:lnSpc>
                <a:spcPct val="95000"/>
              </a:lnSpc>
              <a:spcBef>
                <a:spcPts val="0"/>
              </a:spcBef>
              <a:spcAft>
                <a:spcPts val="0"/>
              </a:spcAft>
              <a:buClr>
                <a:schemeClr val="dk1"/>
              </a:buClr>
              <a:buSzPts val="1100"/>
              <a:buFont typeface="Arial"/>
              <a:buNone/>
            </a:pPr>
            <a:r>
              <a:rPr lang="en" sz="5000">
                <a:solidFill>
                  <a:schemeClr val="accent3"/>
                </a:solidFill>
              </a:rPr>
              <a:t>45%</a:t>
            </a:r>
            <a:br>
              <a:rPr lang="en" sz="3000"/>
            </a:br>
            <a:r>
              <a:rPr lang="en" sz="1900"/>
              <a:t>Higher</a:t>
            </a:r>
            <a:br>
              <a:rPr lang="en" sz="1900"/>
            </a:br>
            <a:r>
              <a:rPr lang="en" sz="1900"/>
              <a:t>Performance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65"/>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p>
            <a:pPr indent="0" lvl="0" marL="0" rtl="0" algn="l">
              <a:lnSpc>
                <a:spcPct val="90000"/>
              </a:lnSpc>
              <a:spcBef>
                <a:spcPts val="0"/>
              </a:spcBef>
              <a:spcAft>
                <a:spcPts val="0"/>
              </a:spcAft>
              <a:buClr>
                <a:schemeClr val="dk1"/>
              </a:buClr>
              <a:buSzPts val="2100"/>
              <a:buFont typeface="Open Sans"/>
              <a:buNone/>
            </a:pPr>
            <a:r>
              <a:rPr lang="en"/>
              <a:t>Architecture Diagram</a:t>
            </a:r>
            <a:endParaRPr/>
          </a:p>
        </p:txBody>
      </p:sp>
      <p:sp>
        <p:nvSpPr>
          <p:cNvPr id="537" name="Google Shape;537;p65"/>
          <p:cNvSpPr txBox="1"/>
          <p:nvPr>
            <p:ph idx="1" type="body"/>
          </p:nvPr>
        </p:nvSpPr>
        <p:spPr>
          <a:xfrm>
            <a:off x="512935" y="2077287"/>
            <a:ext cx="1791137" cy="1454244"/>
          </a:xfrm>
          <a:prstGeom prst="rect">
            <a:avLst/>
          </a:prstGeom>
          <a:noFill/>
          <a:ln>
            <a:noFill/>
          </a:ln>
        </p:spPr>
        <p:txBody>
          <a:bodyPr anchorCtr="0" anchor="ctr" bIns="34275" lIns="68575" spcFirstLastPara="1" rIns="68575" wrap="square" tIns="34275">
            <a:spAutoFit/>
          </a:bodyPr>
          <a:lstStyle/>
          <a:p>
            <a:pPr indent="0" lvl="0" marL="0" rtl="0" algn="r">
              <a:lnSpc>
                <a:spcPct val="100000"/>
              </a:lnSpc>
              <a:spcBef>
                <a:spcPts val="0"/>
              </a:spcBef>
              <a:spcAft>
                <a:spcPts val="0"/>
              </a:spcAft>
              <a:buClr>
                <a:schemeClr val="dk1"/>
              </a:buClr>
              <a:buSzPts val="1800"/>
              <a:buNone/>
            </a:pPr>
            <a:r>
              <a:rPr lang="en"/>
              <a:t>COUCHBASE</a:t>
            </a:r>
            <a:endParaRPr/>
          </a:p>
          <a:p>
            <a:pPr indent="0" lvl="1" marL="127000" rtl="0" algn="r">
              <a:lnSpc>
                <a:spcPct val="100000"/>
              </a:lnSpc>
              <a:spcBef>
                <a:spcPts val="0"/>
              </a:spcBef>
              <a:spcAft>
                <a:spcPts val="0"/>
              </a:spcAft>
              <a:buClr>
                <a:schemeClr val="accent3"/>
              </a:buClr>
              <a:buSzPts val="1800"/>
              <a:buNone/>
            </a:pPr>
            <a:r>
              <a:rPr lang="en"/>
              <a:t>LOREM</a:t>
            </a:r>
            <a:endParaRPr/>
          </a:p>
          <a:p>
            <a:pPr indent="0" lvl="1" marL="127000" rtl="0" algn="r">
              <a:lnSpc>
                <a:spcPct val="100000"/>
              </a:lnSpc>
              <a:spcBef>
                <a:spcPts val="0"/>
              </a:spcBef>
              <a:spcAft>
                <a:spcPts val="0"/>
              </a:spcAft>
              <a:buClr>
                <a:schemeClr val="accent3"/>
              </a:buClr>
              <a:buSzPts val="1800"/>
              <a:buNone/>
            </a:pPr>
            <a:r>
              <a:rPr lang="en"/>
              <a:t>IPSUM</a:t>
            </a:r>
            <a:endParaRPr/>
          </a:p>
        </p:txBody>
      </p:sp>
      <p:sp>
        <p:nvSpPr>
          <p:cNvPr id="538" name="Google Shape;538;p65"/>
          <p:cNvSpPr/>
          <p:nvPr>
            <p:ph idx="2" type="pic"/>
          </p:nvPr>
        </p:nvSpPr>
        <p:spPr>
          <a:xfrm>
            <a:off x="2968823" y="1361271"/>
            <a:ext cx="3006328" cy="3006328"/>
          </a:xfrm>
          <a:prstGeom prst="rect">
            <a:avLst/>
          </a:prstGeom>
          <a:noFill/>
          <a:ln>
            <a:noFill/>
          </a:ln>
        </p:spPr>
      </p:sp>
      <p:sp>
        <p:nvSpPr>
          <p:cNvPr id="539" name="Google Shape;539;p65"/>
          <p:cNvSpPr txBox="1"/>
          <p:nvPr>
            <p:ph idx="3" type="body"/>
          </p:nvPr>
        </p:nvSpPr>
        <p:spPr>
          <a:xfrm>
            <a:off x="6348167" y="1092190"/>
            <a:ext cx="2510084" cy="862949"/>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accent3"/>
              </a:buClr>
              <a:buSzPts val="3600"/>
              <a:buNone/>
            </a:pPr>
            <a:r>
              <a:rPr lang="en"/>
              <a:t>22</a:t>
            </a:r>
            <a:endParaRPr/>
          </a:p>
          <a:p>
            <a:pPr indent="0" lvl="1" marL="0" rtl="0" algn="l">
              <a:lnSpc>
                <a:spcPct val="100000"/>
              </a:lnSpc>
              <a:spcBef>
                <a:spcPts val="0"/>
              </a:spcBef>
              <a:spcAft>
                <a:spcPts val="0"/>
              </a:spcAft>
              <a:buClr>
                <a:schemeClr val="dk1"/>
              </a:buClr>
              <a:buSzPts val="1400"/>
              <a:buNone/>
            </a:pPr>
            <a:r>
              <a:rPr lang="en"/>
              <a:t>Lorem ipsum dolor</a:t>
            </a:r>
            <a:endParaRPr/>
          </a:p>
          <a:p>
            <a:pPr indent="0" lvl="1" marL="0" rtl="0" algn="l">
              <a:lnSpc>
                <a:spcPct val="100000"/>
              </a:lnSpc>
              <a:spcBef>
                <a:spcPts val="0"/>
              </a:spcBef>
              <a:spcAft>
                <a:spcPts val="0"/>
              </a:spcAft>
              <a:buClr>
                <a:schemeClr val="dk1"/>
              </a:buClr>
              <a:buSzPts val="1400"/>
              <a:buNone/>
            </a:pPr>
            <a:r>
              <a:rPr lang="en"/>
              <a:t>sit amet</a:t>
            </a:r>
            <a:endParaRPr/>
          </a:p>
        </p:txBody>
      </p:sp>
      <p:sp>
        <p:nvSpPr>
          <p:cNvPr id="540" name="Google Shape;540;p65"/>
          <p:cNvSpPr txBox="1"/>
          <p:nvPr>
            <p:ph idx="4" type="body"/>
          </p:nvPr>
        </p:nvSpPr>
        <p:spPr>
          <a:xfrm>
            <a:off x="6348167" y="2341812"/>
            <a:ext cx="2510084" cy="862949"/>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accent3"/>
              </a:buClr>
              <a:buSzPts val="3600"/>
              <a:buNone/>
            </a:pPr>
            <a:r>
              <a:rPr lang="en"/>
              <a:t>XXB+</a:t>
            </a:r>
            <a:endParaRPr/>
          </a:p>
          <a:p>
            <a:pPr indent="0" lvl="1" marL="0" rtl="0" algn="l">
              <a:lnSpc>
                <a:spcPct val="100000"/>
              </a:lnSpc>
              <a:spcBef>
                <a:spcPts val="0"/>
              </a:spcBef>
              <a:spcAft>
                <a:spcPts val="0"/>
              </a:spcAft>
              <a:buClr>
                <a:schemeClr val="dk1"/>
              </a:buClr>
              <a:buSzPts val="1400"/>
              <a:buNone/>
            </a:pPr>
            <a:r>
              <a:rPr lang="en"/>
              <a:t>Lorem ipsum dolor</a:t>
            </a:r>
            <a:endParaRPr/>
          </a:p>
          <a:p>
            <a:pPr indent="0" lvl="1" marL="0" rtl="0" algn="l">
              <a:lnSpc>
                <a:spcPct val="100000"/>
              </a:lnSpc>
              <a:spcBef>
                <a:spcPts val="0"/>
              </a:spcBef>
              <a:spcAft>
                <a:spcPts val="0"/>
              </a:spcAft>
              <a:buClr>
                <a:schemeClr val="dk1"/>
              </a:buClr>
              <a:buSzPts val="1400"/>
              <a:buNone/>
            </a:pPr>
            <a:r>
              <a:rPr lang="en"/>
              <a:t>sit amet</a:t>
            </a:r>
            <a:endParaRPr/>
          </a:p>
        </p:txBody>
      </p:sp>
      <p:sp>
        <p:nvSpPr>
          <p:cNvPr id="541" name="Google Shape;541;p65"/>
          <p:cNvSpPr txBox="1"/>
          <p:nvPr>
            <p:ph idx="5" type="body"/>
          </p:nvPr>
        </p:nvSpPr>
        <p:spPr>
          <a:xfrm>
            <a:off x="6348167" y="3504650"/>
            <a:ext cx="2510084" cy="862949"/>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accent3"/>
              </a:buClr>
              <a:buSzPts val="3600"/>
              <a:buNone/>
            </a:pPr>
            <a:r>
              <a:rPr lang="en"/>
              <a:t>598</a:t>
            </a:r>
            <a:endParaRPr/>
          </a:p>
          <a:p>
            <a:pPr indent="0" lvl="1" marL="0" rtl="0" algn="l">
              <a:lnSpc>
                <a:spcPct val="100000"/>
              </a:lnSpc>
              <a:spcBef>
                <a:spcPts val="0"/>
              </a:spcBef>
              <a:spcAft>
                <a:spcPts val="0"/>
              </a:spcAft>
              <a:buClr>
                <a:schemeClr val="dk1"/>
              </a:buClr>
              <a:buSzPts val="1400"/>
              <a:buNone/>
            </a:pPr>
            <a:r>
              <a:rPr lang="en"/>
              <a:t>Lorem ipsum dolor</a:t>
            </a:r>
            <a:endParaRPr/>
          </a:p>
          <a:p>
            <a:pPr indent="0" lvl="1" marL="0" rtl="0" algn="l">
              <a:lnSpc>
                <a:spcPct val="100000"/>
              </a:lnSpc>
              <a:spcBef>
                <a:spcPts val="0"/>
              </a:spcBef>
              <a:spcAft>
                <a:spcPts val="0"/>
              </a:spcAft>
              <a:buClr>
                <a:schemeClr val="dk1"/>
              </a:buClr>
              <a:buSzPts val="1400"/>
              <a:buNone/>
            </a:pPr>
            <a:r>
              <a:rPr lang="en"/>
              <a:t>sit amet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66"/>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p>
            <a:pPr indent="0" lvl="0" marL="0" rtl="0" algn="l">
              <a:lnSpc>
                <a:spcPct val="90000"/>
              </a:lnSpc>
              <a:spcBef>
                <a:spcPts val="0"/>
              </a:spcBef>
              <a:spcAft>
                <a:spcPts val="0"/>
              </a:spcAft>
              <a:buClr>
                <a:schemeClr val="dk1"/>
              </a:buClr>
              <a:buSzPts val="2100"/>
              <a:buFont typeface="Open Sans"/>
              <a:buNone/>
            </a:pPr>
            <a:r>
              <a:rPr lang="en"/>
              <a:t>5 Content Highlight Layout </a:t>
            </a:r>
            <a:endParaRPr/>
          </a:p>
        </p:txBody>
      </p:sp>
      <p:sp>
        <p:nvSpPr>
          <p:cNvPr id="547" name="Google Shape;547;p66"/>
          <p:cNvSpPr txBox="1"/>
          <p:nvPr>
            <p:ph idx="1" type="body"/>
          </p:nvPr>
        </p:nvSpPr>
        <p:spPr>
          <a:xfrm>
            <a:off x="1179910" y="1410891"/>
            <a:ext cx="1762450" cy="86320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accent3"/>
              </a:buClr>
              <a:buSzPts val="3600"/>
              <a:buNone/>
            </a:pPr>
            <a:r>
              <a:rPr lang="en"/>
              <a:t>$XXB</a:t>
            </a:r>
            <a:endParaRPr/>
          </a:p>
          <a:p>
            <a:pPr indent="0" lvl="1" marL="0" rtl="0" algn="l">
              <a:lnSpc>
                <a:spcPct val="100000"/>
              </a:lnSpc>
              <a:spcBef>
                <a:spcPts val="0"/>
              </a:spcBef>
              <a:spcAft>
                <a:spcPts val="0"/>
              </a:spcAft>
              <a:buClr>
                <a:schemeClr val="dk1"/>
              </a:buClr>
              <a:buSzPts val="1400"/>
              <a:buNone/>
            </a:pPr>
            <a:r>
              <a:rPr lang="en"/>
              <a:t>Lorem ipsum dolor sit amet</a:t>
            </a:r>
            <a:endParaRPr/>
          </a:p>
        </p:txBody>
      </p:sp>
      <p:sp>
        <p:nvSpPr>
          <p:cNvPr id="548" name="Google Shape;548;p66"/>
          <p:cNvSpPr txBox="1"/>
          <p:nvPr>
            <p:ph idx="2" type="body"/>
          </p:nvPr>
        </p:nvSpPr>
        <p:spPr>
          <a:xfrm>
            <a:off x="3757613" y="1410891"/>
            <a:ext cx="1761614" cy="86320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accent3"/>
              </a:buClr>
              <a:buSzPts val="3600"/>
              <a:buNone/>
            </a:pPr>
            <a:r>
              <a:rPr lang="en"/>
              <a:t>598</a:t>
            </a:r>
            <a:endParaRPr/>
          </a:p>
          <a:p>
            <a:pPr indent="0" lvl="1" marL="0" rtl="0" algn="l">
              <a:lnSpc>
                <a:spcPct val="100000"/>
              </a:lnSpc>
              <a:spcBef>
                <a:spcPts val="0"/>
              </a:spcBef>
              <a:spcAft>
                <a:spcPts val="0"/>
              </a:spcAft>
              <a:buClr>
                <a:schemeClr val="dk1"/>
              </a:buClr>
              <a:buSzPts val="1400"/>
              <a:buNone/>
            </a:pPr>
            <a:r>
              <a:rPr lang="en"/>
              <a:t>Lorem ipsum dolor sit amet</a:t>
            </a:r>
            <a:endParaRPr/>
          </a:p>
        </p:txBody>
      </p:sp>
      <p:sp>
        <p:nvSpPr>
          <p:cNvPr id="549" name="Google Shape;549;p66"/>
          <p:cNvSpPr txBox="1"/>
          <p:nvPr>
            <p:ph idx="3" type="body"/>
          </p:nvPr>
        </p:nvSpPr>
        <p:spPr>
          <a:xfrm>
            <a:off x="6321029" y="1410891"/>
            <a:ext cx="1761614" cy="86320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accent3"/>
              </a:buClr>
              <a:buSzPts val="3600"/>
              <a:buNone/>
            </a:pPr>
            <a:r>
              <a:rPr lang="en"/>
              <a:t>98%</a:t>
            </a:r>
            <a:endParaRPr/>
          </a:p>
          <a:p>
            <a:pPr indent="0" lvl="1" marL="0" rtl="0" algn="l">
              <a:lnSpc>
                <a:spcPct val="100000"/>
              </a:lnSpc>
              <a:spcBef>
                <a:spcPts val="0"/>
              </a:spcBef>
              <a:spcAft>
                <a:spcPts val="0"/>
              </a:spcAft>
              <a:buClr>
                <a:schemeClr val="dk1"/>
              </a:buClr>
              <a:buSzPts val="1400"/>
              <a:buNone/>
            </a:pPr>
            <a:r>
              <a:rPr lang="en"/>
              <a:t>Lorem ipsum dolor sit amet</a:t>
            </a:r>
            <a:endParaRPr/>
          </a:p>
        </p:txBody>
      </p:sp>
      <p:sp>
        <p:nvSpPr>
          <p:cNvPr id="550" name="Google Shape;550;p66"/>
          <p:cNvSpPr txBox="1"/>
          <p:nvPr>
            <p:ph idx="4" type="body"/>
          </p:nvPr>
        </p:nvSpPr>
        <p:spPr>
          <a:xfrm>
            <a:off x="2462213" y="3039666"/>
            <a:ext cx="1761614" cy="86201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accent3"/>
              </a:buClr>
              <a:buSzPts val="3600"/>
              <a:buNone/>
            </a:pPr>
            <a:r>
              <a:rPr lang="en"/>
              <a:t>22</a:t>
            </a:r>
            <a:endParaRPr/>
          </a:p>
          <a:p>
            <a:pPr indent="0" lvl="1" marL="0" rtl="0" algn="l">
              <a:lnSpc>
                <a:spcPct val="100000"/>
              </a:lnSpc>
              <a:spcBef>
                <a:spcPts val="0"/>
              </a:spcBef>
              <a:spcAft>
                <a:spcPts val="0"/>
              </a:spcAft>
              <a:buClr>
                <a:schemeClr val="dk1"/>
              </a:buClr>
              <a:buSzPts val="1400"/>
              <a:buNone/>
            </a:pPr>
            <a:r>
              <a:rPr lang="en"/>
              <a:t>Lorem ipsum dolor sit amet</a:t>
            </a:r>
            <a:endParaRPr/>
          </a:p>
        </p:txBody>
      </p:sp>
      <p:sp>
        <p:nvSpPr>
          <p:cNvPr id="551" name="Google Shape;551;p66"/>
          <p:cNvSpPr txBox="1"/>
          <p:nvPr>
            <p:ph idx="5" type="body"/>
          </p:nvPr>
        </p:nvSpPr>
        <p:spPr>
          <a:xfrm>
            <a:off x="5031581" y="3039666"/>
            <a:ext cx="1762451" cy="862013"/>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Clr>
                <a:schemeClr val="accent3"/>
              </a:buClr>
              <a:buSzPts val="3600"/>
              <a:buNone/>
            </a:pPr>
            <a:r>
              <a:rPr lang="en"/>
              <a:t>2 YRS</a:t>
            </a:r>
            <a:endParaRPr/>
          </a:p>
          <a:p>
            <a:pPr indent="0" lvl="1" marL="0" rtl="0" algn="l">
              <a:lnSpc>
                <a:spcPct val="100000"/>
              </a:lnSpc>
              <a:spcBef>
                <a:spcPts val="0"/>
              </a:spcBef>
              <a:spcAft>
                <a:spcPts val="0"/>
              </a:spcAft>
              <a:buClr>
                <a:schemeClr val="dk1"/>
              </a:buClr>
              <a:buSzPts val="1400"/>
              <a:buNone/>
            </a:pPr>
            <a:r>
              <a:rPr lang="en"/>
              <a:t>Lorem ipsum dolor sit amet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pic>
        <p:nvPicPr>
          <p:cNvPr id="556" name="Google Shape;556;p67"/>
          <p:cNvPicPr preferRelativeResize="0"/>
          <p:nvPr/>
        </p:nvPicPr>
        <p:blipFill rotWithShape="1">
          <a:blip r:embed="rId3">
            <a:alphaModFix/>
          </a:blip>
          <a:srcRect b="0" l="0" r="0" t="0"/>
          <a:stretch/>
        </p:blipFill>
        <p:spPr>
          <a:xfrm>
            <a:off x="465495" y="2105753"/>
            <a:ext cx="8274059" cy="269837"/>
          </a:xfrm>
          <a:prstGeom prst="rect">
            <a:avLst/>
          </a:prstGeom>
          <a:solidFill>
            <a:srgbClr val="FFF0DB"/>
          </a:solidFill>
          <a:ln>
            <a:noFill/>
          </a:ln>
        </p:spPr>
      </p:pic>
      <p:pic>
        <p:nvPicPr>
          <p:cNvPr id="557" name="Google Shape;557;p67"/>
          <p:cNvPicPr preferRelativeResize="0"/>
          <p:nvPr/>
        </p:nvPicPr>
        <p:blipFill rotWithShape="1">
          <a:blip r:embed="rId3">
            <a:alphaModFix/>
          </a:blip>
          <a:srcRect b="0" l="0" r="0" t="0"/>
          <a:stretch/>
        </p:blipFill>
        <p:spPr>
          <a:xfrm>
            <a:off x="465495" y="2580538"/>
            <a:ext cx="8274059" cy="269837"/>
          </a:xfrm>
          <a:prstGeom prst="rect">
            <a:avLst/>
          </a:prstGeom>
          <a:solidFill>
            <a:srgbClr val="FFF0DB"/>
          </a:solidFill>
          <a:ln>
            <a:noFill/>
          </a:ln>
        </p:spPr>
      </p:pic>
      <p:pic>
        <p:nvPicPr>
          <p:cNvPr id="558" name="Google Shape;558;p67"/>
          <p:cNvPicPr preferRelativeResize="0"/>
          <p:nvPr/>
        </p:nvPicPr>
        <p:blipFill rotWithShape="1">
          <a:blip r:embed="rId3">
            <a:alphaModFix/>
          </a:blip>
          <a:srcRect b="0" l="0" r="0" t="0"/>
          <a:stretch/>
        </p:blipFill>
        <p:spPr>
          <a:xfrm>
            <a:off x="465495" y="3055322"/>
            <a:ext cx="8274059" cy="269837"/>
          </a:xfrm>
          <a:prstGeom prst="rect">
            <a:avLst/>
          </a:prstGeom>
          <a:solidFill>
            <a:srgbClr val="FFF0DB"/>
          </a:solidFill>
          <a:ln>
            <a:noFill/>
          </a:ln>
        </p:spPr>
      </p:pic>
      <p:pic>
        <p:nvPicPr>
          <p:cNvPr id="559" name="Google Shape;559;p67"/>
          <p:cNvPicPr preferRelativeResize="0"/>
          <p:nvPr/>
        </p:nvPicPr>
        <p:blipFill rotWithShape="1">
          <a:blip r:embed="rId3">
            <a:alphaModFix/>
          </a:blip>
          <a:srcRect b="0" l="0" r="0" t="0"/>
          <a:stretch/>
        </p:blipFill>
        <p:spPr>
          <a:xfrm>
            <a:off x="465495" y="3538740"/>
            <a:ext cx="8274059" cy="269837"/>
          </a:xfrm>
          <a:prstGeom prst="rect">
            <a:avLst/>
          </a:prstGeom>
          <a:solidFill>
            <a:srgbClr val="FFF0DB"/>
          </a:solidFill>
          <a:ln>
            <a:noFill/>
          </a:ln>
        </p:spPr>
      </p:pic>
      <p:sp>
        <p:nvSpPr>
          <p:cNvPr id="560" name="Google Shape;560;p67"/>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p>
            <a:pPr indent="0" lvl="0" marL="0" rtl="0" algn="l">
              <a:lnSpc>
                <a:spcPct val="90000"/>
              </a:lnSpc>
              <a:spcBef>
                <a:spcPts val="0"/>
              </a:spcBef>
              <a:spcAft>
                <a:spcPts val="0"/>
              </a:spcAft>
              <a:buClr>
                <a:schemeClr val="dk1"/>
              </a:buClr>
              <a:buSzPts val="2100"/>
              <a:buFont typeface="Open Sans"/>
              <a:buNone/>
            </a:pPr>
            <a:r>
              <a:rPr lang="en"/>
              <a:t>Comparison Chart</a:t>
            </a:r>
            <a:endParaRPr/>
          </a:p>
        </p:txBody>
      </p:sp>
      <p:sp>
        <p:nvSpPr>
          <p:cNvPr id="561" name="Google Shape;561;p67"/>
          <p:cNvSpPr/>
          <p:nvPr/>
        </p:nvSpPr>
        <p:spPr>
          <a:xfrm>
            <a:off x="3331667" y="1175366"/>
            <a:ext cx="1807500" cy="3696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000000"/>
              </a:buClr>
              <a:buSzPts val="1700"/>
              <a:buFont typeface="Open Sans"/>
              <a:buNone/>
            </a:pPr>
            <a:r>
              <a:rPr b="1" i="0" lang="en" sz="1500" u="none" cap="none" strike="noStrike">
                <a:solidFill>
                  <a:srgbClr val="000000"/>
                </a:solidFill>
                <a:latin typeface="Open Sans ExtraBold"/>
                <a:ea typeface="Open Sans ExtraBold"/>
                <a:cs typeface="Open Sans ExtraBold"/>
                <a:sym typeface="Open Sans ExtraBold"/>
              </a:rPr>
              <a:t>Enterprise</a:t>
            </a:r>
            <a:endParaRPr b="0" i="0" sz="1500" u="none" cap="none" strike="noStrike">
              <a:solidFill>
                <a:schemeClr val="dk1"/>
              </a:solidFill>
              <a:latin typeface="Open Sans"/>
              <a:ea typeface="Open Sans"/>
              <a:cs typeface="Open Sans"/>
              <a:sym typeface="Open Sans"/>
            </a:endParaRPr>
          </a:p>
        </p:txBody>
      </p:sp>
      <p:sp>
        <p:nvSpPr>
          <p:cNvPr id="562" name="Google Shape;562;p67"/>
          <p:cNvSpPr/>
          <p:nvPr/>
        </p:nvSpPr>
        <p:spPr>
          <a:xfrm>
            <a:off x="465495" y="5632994"/>
            <a:ext cx="2629575" cy="123300"/>
          </a:xfrm>
          <a:prstGeom prst="rect">
            <a:avLst/>
          </a:prstGeom>
          <a:solidFill>
            <a:schemeClr val="l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pen Sans"/>
              <a:ea typeface="Open Sans"/>
              <a:cs typeface="Open Sans"/>
              <a:sym typeface="Open Sans"/>
            </a:endParaRPr>
          </a:p>
        </p:txBody>
      </p:sp>
      <p:sp>
        <p:nvSpPr>
          <p:cNvPr id="563" name="Google Shape;563;p67"/>
          <p:cNvSpPr/>
          <p:nvPr/>
        </p:nvSpPr>
        <p:spPr>
          <a:xfrm>
            <a:off x="465495" y="4501985"/>
            <a:ext cx="2629575" cy="123300"/>
          </a:xfrm>
          <a:prstGeom prst="rect">
            <a:avLst/>
          </a:prstGeom>
          <a:solidFill>
            <a:schemeClr val="l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pen Sans"/>
              <a:ea typeface="Open Sans"/>
              <a:cs typeface="Open Sans"/>
              <a:sym typeface="Open Sans"/>
            </a:endParaRPr>
          </a:p>
        </p:txBody>
      </p:sp>
      <p:sp>
        <p:nvSpPr>
          <p:cNvPr id="564" name="Google Shape;564;p67"/>
          <p:cNvSpPr/>
          <p:nvPr/>
        </p:nvSpPr>
        <p:spPr>
          <a:xfrm>
            <a:off x="424003" y="4064507"/>
            <a:ext cx="2629575" cy="123300"/>
          </a:xfrm>
          <a:prstGeom prst="rect">
            <a:avLst/>
          </a:prstGeom>
          <a:solidFill>
            <a:schemeClr val="l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pen Sans"/>
              <a:ea typeface="Open Sans"/>
              <a:cs typeface="Open Sans"/>
              <a:sym typeface="Open Sans"/>
            </a:endParaRPr>
          </a:p>
        </p:txBody>
      </p:sp>
      <p:pic>
        <p:nvPicPr>
          <p:cNvPr id="565" name="Google Shape;565;p67"/>
          <p:cNvPicPr preferRelativeResize="0"/>
          <p:nvPr/>
        </p:nvPicPr>
        <p:blipFill rotWithShape="1">
          <a:blip r:embed="rId3">
            <a:alphaModFix/>
          </a:blip>
          <a:srcRect b="0" l="0" r="0" t="0"/>
          <a:stretch/>
        </p:blipFill>
        <p:spPr>
          <a:xfrm>
            <a:off x="465495" y="1613384"/>
            <a:ext cx="8274059" cy="269837"/>
          </a:xfrm>
          <a:prstGeom prst="rect">
            <a:avLst/>
          </a:prstGeom>
          <a:solidFill>
            <a:srgbClr val="FFF0DB"/>
          </a:solidFill>
          <a:ln>
            <a:noFill/>
          </a:ln>
        </p:spPr>
      </p:pic>
      <p:sp>
        <p:nvSpPr>
          <p:cNvPr id="566" name="Google Shape;566;p67"/>
          <p:cNvSpPr/>
          <p:nvPr/>
        </p:nvSpPr>
        <p:spPr>
          <a:xfrm>
            <a:off x="682857" y="1664384"/>
            <a:ext cx="2540400" cy="2583900"/>
          </a:xfrm>
          <a:prstGeom prst="rect">
            <a:avLst/>
          </a:prstGeom>
          <a:noFill/>
          <a:ln>
            <a:noFill/>
          </a:ln>
        </p:spPr>
        <p:txBody>
          <a:bodyPr anchorCtr="0" anchor="t" bIns="0" lIns="0" spcFirstLastPara="1" rIns="0" wrap="square" tIns="0">
            <a:noAutofit/>
          </a:bodyPr>
          <a:lstStyle/>
          <a:p>
            <a:pPr indent="0" lvl="0" marL="0" marR="0" rtl="0" algn="l">
              <a:lnSpc>
                <a:spcPct val="287000"/>
              </a:lnSpc>
              <a:spcBef>
                <a:spcPts val="1000"/>
              </a:spcBef>
              <a:spcAft>
                <a:spcPts val="0"/>
              </a:spcAft>
              <a:buClr>
                <a:srgbClr val="000000"/>
              </a:buClr>
              <a:buSzPts val="1700"/>
              <a:buFont typeface="Open Sans SemiBold"/>
              <a:buNone/>
            </a:pPr>
            <a:r>
              <a:rPr b="1" i="0" lang="en" sz="1100" u="none" cap="none" strike="noStrike">
                <a:solidFill>
                  <a:srgbClr val="000000"/>
                </a:solidFill>
                <a:latin typeface="Open Sans ExtraBold"/>
                <a:ea typeface="Open Sans ExtraBold"/>
                <a:cs typeface="Open Sans ExtraBold"/>
                <a:sym typeface="Open Sans ExtraBold"/>
              </a:rPr>
              <a:t>Evaluation Process</a:t>
            </a:r>
            <a:br>
              <a:rPr b="1" i="0" lang="en" sz="1100" u="none" cap="none" strike="noStrike">
                <a:solidFill>
                  <a:srgbClr val="000000"/>
                </a:solidFill>
                <a:latin typeface="Open Sans ExtraBold"/>
                <a:ea typeface="Open Sans ExtraBold"/>
                <a:cs typeface="Open Sans ExtraBold"/>
                <a:sym typeface="Open Sans ExtraBold"/>
              </a:rPr>
            </a:br>
            <a:r>
              <a:rPr b="1" i="0" lang="en" sz="1100" u="none" cap="none" strike="noStrike">
                <a:solidFill>
                  <a:srgbClr val="000000"/>
                </a:solidFill>
                <a:latin typeface="Open Sans ExtraBold"/>
                <a:ea typeface="Open Sans ExtraBold"/>
                <a:cs typeface="Open Sans ExtraBold"/>
                <a:sym typeface="Open Sans ExtraBold"/>
              </a:rPr>
              <a:t>Deal Sizing</a:t>
            </a:r>
            <a:br>
              <a:rPr b="1" i="0" lang="en" sz="1100" u="none" cap="none" strike="noStrike">
                <a:solidFill>
                  <a:srgbClr val="000000"/>
                </a:solidFill>
                <a:latin typeface="Open Sans ExtraBold"/>
                <a:ea typeface="Open Sans ExtraBold"/>
                <a:cs typeface="Open Sans ExtraBold"/>
                <a:sym typeface="Open Sans ExtraBold"/>
              </a:rPr>
            </a:br>
            <a:r>
              <a:rPr b="1" i="0" lang="en" sz="1100" u="none" cap="none" strike="noStrike">
                <a:solidFill>
                  <a:srgbClr val="000000"/>
                </a:solidFill>
                <a:latin typeface="Open Sans ExtraBold"/>
                <a:ea typeface="Open Sans ExtraBold"/>
                <a:cs typeface="Open Sans ExtraBold"/>
                <a:sym typeface="Open Sans ExtraBold"/>
              </a:rPr>
              <a:t>Sales Cycle</a:t>
            </a:r>
            <a:br>
              <a:rPr b="1" i="0" lang="en" sz="1100" u="none" cap="none" strike="noStrike">
                <a:solidFill>
                  <a:srgbClr val="000000"/>
                </a:solidFill>
                <a:latin typeface="Open Sans ExtraBold"/>
                <a:ea typeface="Open Sans ExtraBold"/>
                <a:cs typeface="Open Sans ExtraBold"/>
                <a:sym typeface="Open Sans ExtraBold"/>
              </a:rPr>
            </a:br>
            <a:r>
              <a:rPr b="1" i="0" lang="en" sz="1100" u="none" cap="none" strike="noStrike">
                <a:solidFill>
                  <a:srgbClr val="000000"/>
                </a:solidFill>
                <a:latin typeface="Open Sans ExtraBold"/>
                <a:ea typeface="Open Sans ExtraBold"/>
                <a:cs typeface="Open Sans ExtraBold"/>
                <a:sym typeface="Open Sans ExtraBold"/>
              </a:rPr>
              <a:t>Initial Deal</a:t>
            </a:r>
            <a:br>
              <a:rPr b="1" i="0" lang="en" sz="1100" u="none" cap="none" strike="noStrike">
                <a:solidFill>
                  <a:srgbClr val="000000"/>
                </a:solidFill>
                <a:latin typeface="Open Sans ExtraBold"/>
                <a:ea typeface="Open Sans ExtraBold"/>
                <a:cs typeface="Open Sans ExtraBold"/>
                <a:sym typeface="Open Sans ExtraBold"/>
              </a:rPr>
            </a:br>
            <a:r>
              <a:rPr b="1" i="0" lang="en" sz="1100" u="none" cap="none" strike="noStrike">
                <a:solidFill>
                  <a:srgbClr val="000000"/>
                </a:solidFill>
                <a:latin typeface="Open Sans ExtraBold"/>
                <a:ea typeface="Open Sans ExtraBold"/>
                <a:cs typeface="Open Sans ExtraBold"/>
                <a:sym typeface="Open Sans ExtraBold"/>
              </a:rPr>
              <a:t>Follow on Deals</a:t>
            </a:r>
            <a:endParaRPr b="1" i="0" sz="1100" u="none" cap="none" strike="noStrike">
              <a:solidFill>
                <a:schemeClr val="dk1"/>
              </a:solidFill>
              <a:latin typeface="Open Sans ExtraBold"/>
              <a:ea typeface="Open Sans ExtraBold"/>
              <a:cs typeface="Open Sans ExtraBold"/>
              <a:sym typeface="Open Sans ExtraBold"/>
            </a:endParaRPr>
          </a:p>
        </p:txBody>
      </p:sp>
      <p:sp>
        <p:nvSpPr>
          <p:cNvPr id="567" name="Google Shape;567;p67"/>
          <p:cNvSpPr/>
          <p:nvPr/>
        </p:nvSpPr>
        <p:spPr>
          <a:xfrm>
            <a:off x="3331675" y="1664375"/>
            <a:ext cx="2337600" cy="2250000"/>
          </a:xfrm>
          <a:prstGeom prst="rect">
            <a:avLst/>
          </a:prstGeom>
          <a:noFill/>
          <a:ln>
            <a:noFill/>
          </a:ln>
        </p:spPr>
        <p:txBody>
          <a:bodyPr anchorCtr="0" anchor="t" bIns="0" lIns="0" spcFirstLastPara="1" rIns="0" wrap="square" tIns="0">
            <a:noAutofit/>
          </a:bodyPr>
          <a:lstStyle/>
          <a:p>
            <a:pPr indent="0" lvl="0" marL="0" marR="0" rtl="0" algn="l">
              <a:lnSpc>
                <a:spcPct val="287000"/>
              </a:lnSpc>
              <a:spcBef>
                <a:spcPts val="0"/>
              </a:spcBef>
              <a:spcAft>
                <a:spcPts val="0"/>
              </a:spcAft>
              <a:buClr>
                <a:srgbClr val="000000"/>
              </a:buClr>
              <a:buSzPts val="1700"/>
              <a:buFont typeface="Open Sans SemiBold"/>
              <a:buNone/>
            </a:pPr>
            <a:r>
              <a:rPr b="0" i="0" lang="en" sz="1100" u="none" cap="none" strike="noStrike">
                <a:solidFill>
                  <a:srgbClr val="000000"/>
                </a:solidFill>
                <a:latin typeface="Open Sans"/>
                <a:ea typeface="Open Sans"/>
                <a:cs typeface="Open Sans"/>
                <a:sym typeface="Open Sans"/>
              </a:rPr>
              <a:t>Multiple touch points</a:t>
            </a:r>
            <a:br>
              <a:rPr b="0" i="0" lang="en" sz="1100" u="none" cap="none" strike="noStrike">
                <a:solidFill>
                  <a:srgbClr val="000000"/>
                </a:solidFill>
                <a:latin typeface="Open Sans"/>
                <a:ea typeface="Open Sans"/>
                <a:cs typeface="Open Sans"/>
                <a:sym typeface="Open Sans"/>
              </a:rPr>
            </a:br>
            <a:r>
              <a:rPr b="0" i="0" lang="en" sz="1100" u="none" cap="none" strike="noStrike">
                <a:solidFill>
                  <a:srgbClr val="000000"/>
                </a:solidFill>
                <a:latin typeface="Open Sans"/>
                <a:ea typeface="Open Sans"/>
                <a:cs typeface="Open Sans"/>
                <a:sym typeface="Open Sans"/>
              </a:rPr>
              <a:t>More complexity</a:t>
            </a:r>
            <a:br>
              <a:rPr b="0" i="0" lang="en" sz="1100" u="none" cap="none" strike="noStrike">
                <a:solidFill>
                  <a:srgbClr val="000000"/>
                </a:solidFill>
                <a:latin typeface="Open Sans"/>
                <a:ea typeface="Open Sans"/>
                <a:cs typeface="Open Sans"/>
                <a:sym typeface="Open Sans"/>
              </a:rPr>
            </a:br>
            <a:r>
              <a:rPr b="0" i="0" lang="en" sz="1100" u="none" cap="none" strike="noStrike">
                <a:solidFill>
                  <a:srgbClr val="000000"/>
                </a:solidFill>
                <a:latin typeface="Open Sans"/>
                <a:ea typeface="Open Sans"/>
                <a:cs typeface="Open Sans"/>
                <a:sym typeface="Open Sans"/>
              </a:rPr>
              <a:t>12 - 18 month sales cycle</a:t>
            </a:r>
            <a:br>
              <a:rPr b="0" i="0" lang="en" sz="1100" u="none" cap="none" strike="noStrike">
                <a:solidFill>
                  <a:srgbClr val="000000"/>
                </a:solidFill>
                <a:latin typeface="Open Sans"/>
                <a:ea typeface="Open Sans"/>
                <a:cs typeface="Open Sans"/>
                <a:sym typeface="Open Sans"/>
              </a:rPr>
            </a:br>
            <a:r>
              <a:rPr b="0" i="0" lang="en" sz="1100" u="none" cap="none" strike="noStrike">
                <a:solidFill>
                  <a:srgbClr val="000000"/>
                </a:solidFill>
                <a:latin typeface="Open Sans"/>
                <a:ea typeface="Open Sans"/>
                <a:cs typeface="Open Sans"/>
                <a:sym typeface="Open Sans"/>
              </a:rPr>
              <a:t>Larger - more approvals</a:t>
            </a:r>
            <a:br>
              <a:rPr b="0" i="0" lang="en" sz="1100" u="none" cap="none" strike="noStrike">
                <a:solidFill>
                  <a:srgbClr val="000000"/>
                </a:solidFill>
                <a:latin typeface="Open Sans"/>
                <a:ea typeface="Open Sans"/>
                <a:cs typeface="Open Sans"/>
                <a:sym typeface="Open Sans"/>
              </a:rPr>
            </a:br>
            <a:r>
              <a:rPr b="0" i="0" lang="en" sz="1100" u="none" cap="none" strike="noStrike">
                <a:solidFill>
                  <a:srgbClr val="000000"/>
                </a:solidFill>
                <a:latin typeface="Open Sans"/>
                <a:ea typeface="Open Sans"/>
                <a:cs typeface="Open Sans"/>
                <a:sym typeface="Open Sans"/>
              </a:rPr>
              <a:t>At renewal point</a:t>
            </a:r>
            <a:endParaRPr b="0" i="0" sz="1100" u="none" cap="none" strike="noStrike">
              <a:solidFill>
                <a:schemeClr val="dk1"/>
              </a:solidFill>
              <a:latin typeface="Open Sans"/>
              <a:ea typeface="Open Sans"/>
              <a:cs typeface="Open Sans"/>
              <a:sym typeface="Open Sans"/>
            </a:endParaRPr>
          </a:p>
        </p:txBody>
      </p:sp>
      <p:sp>
        <p:nvSpPr>
          <p:cNvPr id="568" name="Google Shape;568;p67"/>
          <p:cNvSpPr/>
          <p:nvPr/>
        </p:nvSpPr>
        <p:spPr>
          <a:xfrm>
            <a:off x="6400200" y="1664375"/>
            <a:ext cx="2258100" cy="2250000"/>
          </a:xfrm>
          <a:prstGeom prst="rect">
            <a:avLst/>
          </a:prstGeom>
          <a:noFill/>
          <a:ln>
            <a:noFill/>
          </a:ln>
        </p:spPr>
        <p:txBody>
          <a:bodyPr anchorCtr="0" anchor="t" bIns="0" lIns="0" spcFirstLastPara="1" rIns="0" wrap="square" tIns="0">
            <a:noAutofit/>
          </a:bodyPr>
          <a:lstStyle/>
          <a:p>
            <a:pPr indent="0" lvl="0" marL="0" marR="0" rtl="0" algn="l">
              <a:lnSpc>
                <a:spcPct val="287000"/>
              </a:lnSpc>
              <a:spcBef>
                <a:spcPts val="0"/>
              </a:spcBef>
              <a:spcAft>
                <a:spcPts val="0"/>
              </a:spcAft>
              <a:buClr>
                <a:srgbClr val="000000"/>
              </a:buClr>
              <a:buSzPts val="1700"/>
              <a:buFont typeface="Open Sans SemiBold"/>
              <a:buNone/>
            </a:pPr>
            <a:r>
              <a:rPr b="0" i="0" lang="en" sz="1100" u="none" cap="none" strike="noStrike">
                <a:solidFill>
                  <a:srgbClr val="000000"/>
                </a:solidFill>
                <a:latin typeface="Open Sans"/>
                <a:ea typeface="Open Sans"/>
                <a:cs typeface="Open Sans"/>
                <a:sym typeface="Open Sans"/>
              </a:rPr>
              <a:t>Simple dev experience</a:t>
            </a:r>
            <a:br>
              <a:rPr b="0" i="0" lang="en" sz="1100" u="none" cap="none" strike="noStrike">
                <a:solidFill>
                  <a:srgbClr val="000000"/>
                </a:solidFill>
                <a:latin typeface="Open Sans"/>
                <a:ea typeface="Open Sans"/>
                <a:cs typeface="Open Sans"/>
                <a:sym typeface="Open Sans"/>
              </a:rPr>
            </a:br>
            <a:r>
              <a:rPr b="0" i="0" lang="en" sz="1100" u="none" cap="none" strike="noStrike">
                <a:solidFill>
                  <a:srgbClr val="000000"/>
                </a:solidFill>
                <a:latin typeface="Open Sans"/>
                <a:ea typeface="Open Sans"/>
                <a:cs typeface="Open Sans"/>
                <a:sym typeface="Open Sans"/>
              </a:rPr>
              <a:t>Minimal - starter packs</a:t>
            </a:r>
            <a:br>
              <a:rPr b="0" i="0" lang="en" sz="1100" u="none" cap="none" strike="noStrike">
                <a:solidFill>
                  <a:srgbClr val="000000"/>
                </a:solidFill>
                <a:latin typeface="Open Sans"/>
                <a:ea typeface="Open Sans"/>
                <a:cs typeface="Open Sans"/>
                <a:sym typeface="Open Sans"/>
              </a:rPr>
            </a:br>
            <a:r>
              <a:rPr b="0" i="0" lang="en" sz="1100" u="none" cap="none" strike="noStrike">
                <a:solidFill>
                  <a:srgbClr val="000000"/>
                </a:solidFill>
                <a:latin typeface="Open Sans"/>
                <a:ea typeface="Open Sans"/>
                <a:cs typeface="Open Sans"/>
                <a:sym typeface="Open Sans"/>
              </a:rPr>
              <a:t>Immediate monetization</a:t>
            </a:r>
            <a:br>
              <a:rPr b="0" i="0" lang="en" sz="1100" u="none" cap="none" strike="noStrike">
                <a:solidFill>
                  <a:srgbClr val="000000"/>
                </a:solidFill>
                <a:latin typeface="Open Sans"/>
                <a:ea typeface="Open Sans"/>
                <a:cs typeface="Open Sans"/>
                <a:sym typeface="Open Sans"/>
              </a:rPr>
            </a:br>
            <a:r>
              <a:rPr b="0" i="0" lang="en" sz="1100" u="none" cap="none" strike="noStrike">
                <a:solidFill>
                  <a:srgbClr val="000000"/>
                </a:solidFill>
                <a:latin typeface="Open Sans"/>
                <a:ea typeface="Open Sans"/>
                <a:cs typeface="Open Sans"/>
                <a:sym typeface="Open Sans"/>
              </a:rPr>
              <a:t>Smaller - low friction</a:t>
            </a:r>
            <a:br>
              <a:rPr b="0" i="0" lang="en" sz="1100" u="none" cap="none" strike="noStrike">
                <a:solidFill>
                  <a:srgbClr val="000000"/>
                </a:solidFill>
                <a:latin typeface="Open Sans"/>
                <a:ea typeface="Open Sans"/>
                <a:cs typeface="Open Sans"/>
                <a:sym typeface="Open Sans"/>
              </a:rPr>
            </a:br>
            <a:r>
              <a:rPr b="0" i="0" lang="en" sz="1100" u="none" cap="none" strike="noStrike">
                <a:solidFill>
                  <a:srgbClr val="000000"/>
                </a:solidFill>
                <a:latin typeface="Open Sans"/>
                <a:ea typeface="Open Sans"/>
                <a:cs typeface="Open Sans"/>
                <a:sym typeface="Open Sans"/>
              </a:rPr>
              <a:t>Starts quickly &amp; frequent</a:t>
            </a:r>
            <a:endParaRPr b="0" i="0" sz="1100" u="none" cap="none" strike="noStrike">
              <a:solidFill>
                <a:schemeClr val="dk1"/>
              </a:solidFill>
              <a:latin typeface="Open Sans"/>
              <a:ea typeface="Open Sans"/>
              <a:cs typeface="Open Sans"/>
              <a:sym typeface="Open Sans"/>
            </a:endParaRPr>
          </a:p>
        </p:txBody>
      </p:sp>
      <p:sp>
        <p:nvSpPr>
          <p:cNvPr id="569" name="Google Shape;569;p67"/>
          <p:cNvSpPr/>
          <p:nvPr/>
        </p:nvSpPr>
        <p:spPr>
          <a:xfrm>
            <a:off x="2622642" y="1453556"/>
            <a:ext cx="95758" cy="2573753"/>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Open Sans"/>
              <a:ea typeface="Open Sans"/>
              <a:cs typeface="Open Sans"/>
              <a:sym typeface="Open Sans"/>
            </a:endParaRPr>
          </a:p>
        </p:txBody>
      </p:sp>
      <p:sp>
        <p:nvSpPr>
          <p:cNvPr id="570" name="Google Shape;570;p67"/>
          <p:cNvSpPr/>
          <p:nvPr/>
        </p:nvSpPr>
        <p:spPr>
          <a:xfrm>
            <a:off x="6400212" y="1175366"/>
            <a:ext cx="1807500" cy="3696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000000"/>
              </a:buClr>
              <a:buSzPts val="1700"/>
              <a:buFont typeface="Open Sans"/>
              <a:buNone/>
            </a:pPr>
            <a:r>
              <a:rPr b="1" i="0" lang="en" sz="1500" u="none" cap="none" strike="noStrike">
                <a:solidFill>
                  <a:srgbClr val="000000"/>
                </a:solidFill>
                <a:latin typeface="Open Sans ExtraBold"/>
                <a:ea typeface="Open Sans ExtraBold"/>
                <a:cs typeface="Open Sans ExtraBold"/>
                <a:sym typeface="Open Sans ExtraBold"/>
              </a:rPr>
              <a:t>Capella</a:t>
            </a:r>
            <a:endParaRPr b="0" i="0" sz="1500" u="none" cap="none" strike="noStrike">
              <a:solidFill>
                <a:schemeClr val="dk1"/>
              </a:solidFill>
              <a:latin typeface="Open Sans"/>
              <a:ea typeface="Open Sans"/>
              <a:cs typeface="Open Sans"/>
              <a:sym typeface="Open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pic>
        <p:nvPicPr>
          <p:cNvPr id="575" name="Google Shape;575;p68"/>
          <p:cNvPicPr preferRelativeResize="0"/>
          <p:nvPr/>
        </p:nvPicPr>
        <p:blipFill rotWithShape="1">
          <a:blip r:embed="rId3">
            <a:alphaModFix/>
          </a:blip>
          <a:srcRect b="0" l="24724" r="0" t="0"/>
          <a:stretch/>
        </p:blipFill>
        <p:spPr>
          <a:xfrm>
            <a:off x="-25301" y="1554616"/>
            <a:ext cx="4253339" cy="2195713"/>
          </a:xfrm>
          <a:prstGeom prst="rect">
            <a:avLst/>
          </a:prstGeom>
          <a:noFill/>
          <a:ln>
            <a:noFill/>
          </a:ln>
        </p:spPr>
      </p:pic>
      <p:sp>
        <p:nvSpPr>
          <p:cNvPr id="576" name="Google Shape;576;p68"/>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p>
            <a:pPr indent="0" lvl="0" marL="0" rtl="0" algn="l">
              <a:lnSpc>
                <a:spcPct val="90000"/>
              </a:lnSpc>
              <a:spcBef>
                <a:spcPts val="0"/>
              </a:spcBef>
              <a:spcAft>
                <a:spcPts val="0"/>
              </a:spcAft>
              <a:buClr>
                <a:schemeClr val="dk1"/>
              </a:buClr>
              <a:buSzPts val="2100"/>
              <a:buFont typeface="Open Sans"/>
              <a:buNone/>
            </a:pPr>
            <a:r>
              <a:rPr lang="en"/>
              <a:t>Highlight Chart</a:t>
            </a:r>
            <a:endParaRPr/>
          </a:p>
        </p:txBody>
      </p:sp>
      <p:sp>
        <p:nvSpPr>
          <p:cNvPr id="577" name="Google Shape;577;p68"/>
          <p:cNvSpPr/>
          <p:nvPr/>
        </p:nvSpPr>
        <p:spPr>
          <a:xfrm>
            <a:off x="5677417" y="649967"/>
            <a:ext cx="1807425" cy="369675"/>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000000"/>
              </a:buClr>
              <a:buSzPts val="1700"/>
              <a:buFont typeface="Open Sans"/>
              <a:buNone/>
            </a:pPr>
            <a:r>
              <a:rPr b="1" i="0" lang="en" sz="1500" u="none" cap="none" strike="noStrike">
                <a:solidFill>
                  <a:srgbClr val="000000"/>
                </a:solidFill>
                <a:latin typeface="Open Sans ExtraBold"/>
                <a:ea typeface="Open Sans ExtraBold"/>
                <a:cs typeface="Open Sans ExtraBold"/>
                <a:sym typeface="Open Sans ExtraBold"/>
              </a:rPr>
              <a:t>Summary</a:t>
            </a:r>
            <a:endParaRPr b="0" i="0" sz="1500" u="none" cap="none" strike="noStrike">
              <a:solidFill>
                <a:schemeClr val="dk1"/>
              </a:solidFill>
              <a:latin typeface="Open Sans"/>
              <a:ea typeface="Open Sans"/>
              <a:cs typeface="Open Sans"/>
              <a:sym typeface="Open Sans"/>
            </a:endParaRPr>
          </a:p>
        </p:txBody>
      </p:sp>
      <p:sp>
        <p:nvSpPr>
          <p:cNvPr id="578" name="Google Shape;578;p68"/>
          <p:cNvSpPr/>
          <p:nvPr/>
        </p:nvSpPr>
        <p:spPr>
          <a:xfrm>
            <a:off x="465495" y="5632994"/>
            <a:ext cx="2629575" cy="123300"/>
          </a:xfrm>
          <a:prstGeom prst="rect">
            <a:avLst/>
          </a:prstGeom>
          <a:solidFill>
            <a:schemeClr val="l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pen Sans"/>
              <a:ea typeface="Open Sans"/>
              <a:cs typeface="Open Sans"/>
              <a:sym typeface="Open Sans"/>
            </a:endParaRPr>
          </a:p>
        </p:txBody>
      </p:sp>
      <p:sp>
        <p:nvSpPr>
          <p:cNvPr id="579" name="Google Shape;579;p68"/>
          <p:cNvSpPr/>
          <p:nvPr/>
        </p:nvSpPr>
        <p:spPr>
          <a:xfrm>
            <a:off x="465495" y="5082326"/>
            <a:ext cx="2629575" cy="123300"/>
          </a:xfrm>
          <a:prstGeom prst="rect">
            <a:avLst/>
          </a:prstGeom>
          <a:solidFill>
            <a:schemeClr val="l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pen Sans"/>
              <a:ea typeface="Open Sans"/>
              <a:cs typeface="Open Sans"/>
              <a:sym typeface="Open Sans"/>
            </a:endParaRPr>
          </a:p>
        </p:txBody>
      </p:sp>
      <p:sp>
        <p:nvSpPr>
          <p:cNvPr id="580" name="Google Shape;580;p68"/>
          <p:cNvSpPr/>
          <p:nvPr/>
        </p:nvSpPr>
        <p:spPr>
          <a:xfrm>
            <a:off x="465495" y="4501985"/>
            <a:ext cx="2629575" cy="123300"/>
          </a:xfrm>
          <a:prstGeom prst="rect">
            <a:avLst/>
          </a:prstGeom>
          <a:solidFill>
            <a:schemeClr val="l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pen Sans"/>
              <a:ea typeface="Open Sans"/>
              <a:cs typeface="Open Sans"/>
              <a:sym typeface="Open Sans"/>
            </a:endParaRPr>
          </a:p>
        </p:txBody>
      </p:sp>
      <p:sp>
        <p:nvSpPr>
          <p:cNvPr id="581" name="Google Shape;581;p68"/>
          <p:cNvSpPr/>
          <p:nvPr/>
        </p:nvSpPr>
        <p:spPr>
          <a:xfrm>
            <a:off x="424003" y="4064507"/>
            <a:ext cx="2629575" cy="123300"/>
          </a:xfrm>
          <a:prstGeom prst="rect">
            <a:avLst/>
          </a:prstGeom>
          <a:solidFill>
            <a:schemeClr val="lt1"/>
          </a:solidFill>
          <a:ln>
            <a:noFill/>
          </a:ln>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Open Sans"/>
              <a:ea typeface="Open Sans"/>
              <a:cs typeface="Open Sans"/>
              <a:sym typeface="Open Sans"/>
            </a:endParaRPr>
          </a:p>
        </p:txBody>
      </p:sp>
      <p:sp>
        <p:nvSpPr>
          <p:cNvPr id="582" name="Google Shape;582;p68"/>
          <p:cNvSpPr/>
          <p:nvPr/>
        </p:nvSpPr>
        <p:spPr>
          <a:xfrm>
            <a:off x="1301250" y="1934799"/>
            <a:ext cx="2540400" cy="1690200"/>
          </a:xfrm>
          <a:prstGeom prst="rect">
            <a:avLst/>
          </a:prstGeom>
          <a:noFill/>
          <a:ln>
            <a:noFill/>
          </a:ln>
        </p:spPr>
        <p:txBody>
          <a:bodyPr anchorCtr="0" anchor="t" bIns="0" lIns="0" spcFirstLastPara="1" rIns="0" wrap="square" tIns="0">
            <a:noAutofit/>
          </a:bodyPr>
          <a:lstStyle/>
          <a:p>
            <a:pPr indent="0" lvl="0" marL="0" marR="0" rtl="0" algn="l">
              <a:lnSpc>
                <a:spcPct val="26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Ease and speed of deployment</a:t>
            </a:r>
            <a:endParaRPr b="0" i="0" sz="1100" u="none" cap="none" strike="noStrike">
              <a:solidFill>
                <a:srgbClr val="000000"/>
              </a:solidFill>
              <a:latin typeface="Arial"/>
              <a:ea typeface="Arial"/>
              <a:cs typeface="Arial"/>
              <a:sym typeface="Arial"/>
            </a:endParaRPr>
          </a:p>
          <a:p>
            <a:pPr indent="0" lvl="0" marL="0" marR="0" rtl="0" algn="l">
              <a:lnSpc>
                <a:spcPct val="26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Accelerates new apps</a:t>
            </a:r>
            <a:endParaRPr b="0" i="0" sz="1100" u="none" cap="none" strike="noStrike">
              <a:solidFill>
                <a:srgbClr val="000000"/>
              </a:solidFill>
              <a:latin typeface="Arial"/>
              <a:ea typeface="Arial"/>
              <a:cs typeface="Arial"/>
              <a:sym typeface="Arial"/>
            </a:endParaRPr>
          </a:p>
          <a:p>
            <a:pPr indent="0" lvl="0" marL="0" marR="0" rtl="0" algn="l">
              <a:lnSpc>
                <a:spcPct val="26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 anniversary</a:t>
            </a:r>
            <a:endParaRPr b="0" i="0" sz="1100" u="none" cap="none" strike="noStrike">
              <a:solidFill>
                <a:srgbClr val="000000"/>
              </a:solidFill>
              <a:latin typeface="Arial"/>
              <a:ea typeface="Arial"/>
              <a:cs typeface="Arial"/>
              <a:sym typeface="Arial"/>
            </a:endParaRPr>
          </a:p>
          <a:p>
            <a:pPr indent="0" lvl="0" marL="0" marR="0" rtl="0" algn="l">
              <a:lnSpc>
                <a:spcPct val="26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No leakage</a:t>
            </a:r>
            <a:endParaRPr b="0" i="0" sz="1100" u="none" cap="none" strike="noStrike">
              <a:solidFill>
                <a:srgbClr val="000000"/>
              </a:solidFill>
              <a:latin typeface="Arial"/>
              <a:ea typeface="Arial"/>
              <a:cs typeface="Arial"/>
              <a:sym typeface="Arial"/>
            </a:endParaRPr>
          </a:p>
        </p:txBody>
      </p:sp>
      <p:pic>
        <p:nvPicPr>
          <p:cNvPr id="583" name="Google Shape;583;p68"/>
          <p:cNvPicPr preferRelativeResize="0"/>
          <p:nvPr/>
        </p:nvPicPr>
        <p:blipFill rotWithShape="1">
          <a:blip r:embed="rId4">
            <a:alphaModFix/>
          </a:blip>
          <a:srcRect b="0" l="0" r="0" t="0"/>
          <a:stretch/>
        </p:blipFill>
        <p:spPr>
          <a:xfrm>
            <a:off x="950162" y="1927282"/>
            <a:ext cx="200025" cy="221456"/>
          </a:xfrm>
          <a:prstGeom prst="rect">
            <a:avLst/>
          </a:prstGeom>
          <a:noFill/>
          <a:ln>
            <a:noFill/>
          </a:ln>
        </p:spPr>
      </p:pic>
      <p:pic>
        <p:nvPicPr>
          <p:cNvPr id="584" name="Google Shape;584;p68"/>
          <p:cNvPicPr preferRelativeResize="0"/>
          <p:nvPr/>
        </p:nvPicPr>
        <p:blipFill rotWithShape="1">
          <a:blip r:embed="rId4">
            <a:alphaModFix/>
          </a:blip>
          <a:srcRect b="0" l="0" r="0" t="0"/>
          <a:stretch/>
        </p:blipFill>
        <p:spPr>
          <a:xfrm>
            <a:off x="950162" y="2340520"/>
            <a:ext cx="200025" cy="221456"/>
          </a:xfrm>
          <a:prstGeom prst="rect">
            <a:avLst/>
          </a:prstGeom>
          <a:noFill/>
          <a:ln>
            <a:noFill/>
          </a:ln>
        </p:spPr>
      </p:pic>
      <p:pic>
        <p:nvPicPr>
          <p:cNvPr id="585" name="Google Shape;585;p68"/>
          <p:cNvPicPr preferRelativeResize="0"/>
          <p:nvPr/>
        </p:nvPicPr>
        <p:blipFill rotWithShape="1">
          <a:blip r:embed="rId4">
            <a:alphaModFix/>
          </a:blip>
          <a:srcRect b="0" l="0" r="0" t="0"/>
          <a:stretch/>
        </p:blipFill>
        <p:spPr>
          <a:xfrm>
            <a:off x="950162" y="2780135"/>
            <a:ext cx="200025" cy="221456"/>
          </a:xfrm>
          <a:prstGeom prst="rect">
            <a:avLst/>
          </a:prstGeom>
          <a:noFill/>
          <a:ln>
            <a:noFill/>
          </a:ln>
        </p:spPr>
      </p:pic>
      <p:pic>
        <p:nvPicPr>
          <p:cNvPr id="586" name="Google Shape;586;p68"/>
          <p:cNvPicPr preferRelativeResize="0"/>
          <p:nvPr/>
        </p:nvPicPr>
        <p:blipFill rotWithShape="1">
          <a:blip r:embed="rId4">
            <a:alphaModFix/>
          </a:blip>
          <a:srcRect b="0" l="0" r="0" t="0"/>
          <a:stretch/>
        </p:blipFill>
        <p:spPr>
          <a:xfrm>
            <a:off x="950162" y="3210959"/>
            <a:ext cx="200025" cy="221456"/>
          </a:xfrm>
          <a:prstGeom prst="rect">
            <a:avLst/>
          </a:prstGeom>
          <a:noFill/>
          <a:ln>
            <a:noFill/>
          </a:ln>
        </p:spPr>
      </p:pic>
      <p:sp>
        <p:nvSpPr>
          <p:cNvPr id="587" name="Google Shape;587;p68"/>
          <p:cNvSpPr txBox="1"/>
          <p:nvPr/>
        </p:nvSpPr>
        <p:spPr>
          <a:xfrm>
            <a:off x="4862683" y="1760996"/>
            <a:ext cx="1521089" cy="1223381"/>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7500"/>
              <a:buFont typeface="Arial"/>
              <a:buNone/>
            </a:pPr>
            <a:r>
              <a:rPr b="1" i="0" lang="en" sz="7500" u="none" cap="none" strike="noStrike">
                <a:solidFill>
                  <a:srgbClr val="FC9C0C"/>
                </a:solidFill>
                <a:latin typeface="Open Sans ExtraBold"/>
                <a:ea typeface="Open Sans ExtraBold"/>
                <a:cs typeface="Open Sans ExtraBold"/>
                <a:sym typeface="Open Sans ExtraBold"/>
              </a:rPr>
              <a:t>2x</a:t>
            </a:r>
            <a:endParaRPr b="0" i="0" sz="7500" u="none" cap="none" strike="noStrike">
              <a:solidFill>
                <a:srgbClr val="000000"/>
              </a:solidFill>
              <a:latin typeface="Arial"/>
              <a:ea typeface="Arial"/>
              <a:cs typeface="Arial"/>
              <a:sym typeface="Arial"/>
            </a:endParaRPr>
          </a:p>
        </p:txBody>
      </p:sp>
      <p:sp>
        <p:nvSpPr>
          <p:cNvPr id="588" name="Google Shape;588;p68"/>
          <p:cNvSpPr txBox="1"/>
          <p:nvPr/>
        </p:nvSpPr>
        <p:spPr>
          <a:xfrm>
            <a:off x="6783843" y="1760996"/>
            <a:ext cx="1521089" cy="1223381"/>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7500"/>
              <a:buFont typeface="Arial"/>
              <a:buNone/>
            </a:pPr>
            <a:r>
              <a:rPr b="1" i="0" lang="en" sz="7500" u="none" cap="none" strike="noStrike">
                <a:solidFill>
                  <a:srgbClr val="FC9C0C"/>
                </a:solidFill>
                <a:latin typeface="Open Sans ExtraBold"/>
                <a:ea typeface="Open Sans ExtraBold"/>
                <a:cs typeface="Open Sans ExtraBold"/>
                <a:sym typeface="Open Sans ExtraBold"/>
              </a:rPr>
              <a:t>4x</a:t>
            </a:r>
            <a:endParaRPr b="0" i="0" sz="7500" u="none" cap="none" strike="noStrike">
              <a:solidFill>
                <a:srgbClr val="000000"/>
              </a:solidFill>
              <a:latin typeface="Arial"/>
              <a:ea typeface="Arial"/>
              <a:cs typeface="Arial"/>
              <a:sym typeface="Arial"/>
            </a:endParaRPr>
          </a:p>
        </p:txBody>
      </p:sp>
      <p:sp>
        <p:nvSpPr>
          <p:cNvPr id="589" name="Google Shape;589;p68"/>
          <p:cNvSpPr txBox="1"/>
          <p:nvPr/>
        </p:nvSpPr>
        <p:spPr>
          <a:xfrm>
            <a:off x="5297986" y="3105550"/>
            <a:ext cx="758861" cy="242374"/>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$0-$100k</a:t>
            </a:r>
            <a:endParaRPr b="0" i="0" sz="1100" u="none" cap="none" strike="noStrike">
              <a:solidFill>
                <a:srgbClr val="000000"/>
              </a:solidFill>
              <a:latin typeface="Arial"/>
              <a:ea typeface="Arial"/>
              <a:cs typeface="Arial"/>
              <a:sym typeface="Arial"/>
            </a:endParaRPr>
          </a:p>
        </p:txBody>
      </p:sp>
      <p:sp>
        <p:nvSpPr>
          <p:cNvPr id="590" name="Google Shape;590;p68"/>
          <p:cNvSpPr txBox="1"/>
          <p:nvPr/>
        </p:nvSpPr>
        <p:spPr>
          <a:xfrm>
            <a:off x="7006076" y="3089771"/>
            <a:ext cx="1158762" cy="242374"/>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Open Sans"/>
                <a:ea typeface="Open Sans"/>
                <a:cs typeface="Open Sans"/>
                <a:sym typeface="Open Sans"/>
              </a:rPr>
              <a:t>$101k-$500k</a:t>
            </a:r>
            <a:endParaRPr b="0" i="0" sz="1100" u="none" cap="none" strike="noStrike">
              <a:solidFill>
                <a:srgbClr val="000000"/>
              </a:solidFill>
              <a:latin typeface="Arial"/>
              <a:ea typeface="Arial"/>
              <a:cs typeface="Arial"/>
              <a:sym typeface="Arial"/>
            </a:endParaRPr>
          </a:p>
        </p:txBody>
      </p:sp>
      <p:sp>
        <p:nvSpPr>
          <p:cNvPr id="591" name="Google Shape;591;p68"/>
          <p:cNvSpPr/>
          <p:nvPr/>
        </p:nvSpPr>
        <p:spPr>
          <a:xfrm>
            <a:off x="4481473" y="1145724"/>
            <a:ext cx="4339787" cy="2832504"/>
          </a:xfrm>
          <a:prstGeom prst="rect">
            <a:avLst/>
          </a:prstGeom>
          <a:noFill/>
          <a:ln cap="flat" cmpd="sng" w="114300">
            <a:solidFill>
              <a:schemeClr val="accent4"/>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Open Sans"/>
              <a:ea typeface="Open Sans"/>
              <a:cs typeface="Open Sans"/>
              <a:sym typeface="Open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69"/>
          <p:cNvSpPr txBox="1"/>
          <p:nvPr>
            <p:ph idx="1" type="body"/>
          </p:nvPr>
        </p:nvSpPr>
        <p:spPr>
          <a:xfrm>
            <a:off x="632423" y="3926539"/>
            <a:ext cx="2551649" cy="457037"/>
          </a:xfrm>
          <a:prstGeom prst="rect">
            <a:avLst/>
          </a:prstGeom>
          <a:noFill/>
          <a:ln>
            <a:noFill/>
          </a:ln>
        </p:spPr>
        <p:txBody>
          <a:bodyPr anchorCtr="0" anchor="t" bIns="20575" lIns="20575" spcFirstLastPara="1" rIns="20575" wrap="square" tIns="20575">
            <a:spAutoFit/>
          </a:bodyPr>
          <a:lstStyle/>
          <a:p>
            <a:pPr indent="0" lvl="0" marL="0" rtl="0" algn="ctr">
              <a:lnSpc>
                <a:spcPct val="90000"/>
              </a:lnSpc>
              <a:spcBef>
                <a:spcPts val="0"/>
              </a:spcBef>
              <a:spcAft>
                <a:spcPts val="0"/>
              </a:spcAft>
              <a:buClr>
                <a:schemeClr val="dk1"/>
              </a:buClr>
              <a:buSzPts val="1500"/>
              <a:buNone/>
            </a:pPr>
            <a:r>
              <a:rPr lang="en"/>
              <a:t>Label information</a:t>
            </a:r>
            <a:endParaRPr/>
          </a:p>
          <a:p>
            <a:pPr indent="0" lvl="0" marL="0" rtl="0" algn="ctr">
              <a:lnSpc>
                <a:spcPct val="90000"/>
              </a:lnSpc>
              <a:spcBef>
                <a:spcPts val="0"/>
              </a:spcBef>
              <a:spcAft>
                <a:spcPts val="0"/>
              </a:spcAft>
              <a:buClr>
                <a:schemeClr val="dk1"/>
              </a:buClr>
              <a:buSzPts val="1500"/>
              <a:buNone/>
            </a:pPr>
            <a:r>
              <a:rPr b="1" lang="en"/>
              <a:t>May use highlight too</a:t>
            </a:r>
            <a:endParaRPr/>
          </a:p>
        </p:txBody>
      </p:sp>
      <p:sp>
        <p:nvSpPr>
          <p:cNvPr id="597" name="Google Shape;597;p69"/>
          <p:cNvSpPr txBox="1"/>
          <p:nvPr>
            <p:ph idx="2" type="body"/>
          </p:nvPr>
        </p:nvSpPr>
        <p:spPr>
          <a:xfrm>
            <a:off x="5966927" y="3926539"/>
            <a:ext cx="2551649" cy="457037"/>
          </a:xfrm>
          <a:prstGeom prst="rect">
            <a:avLst/>
          </a:prstGeom>
          <a:noFill/>
          <a:ln>
            <a:noFill/>
          </a:ln>
        </p:spPr>
        <p:txBody>
          <a:bodyPr anchorCtr="0" anchor="t" bIns="20575" lIns="20575" spcFirstLastPara="1" rIns="20575" wrap="square" tIns="20575">
            <a:spAutoFit/>
          </a:bodyPr>
          <a:lstStyle/>
          <a:p>
            <a:pPr indent="0" lvl="0" marL="0" rtl="0" algn="ctr">
              <a:lnSpc>
                <a:spcPct val="90000"/>
              </a:lnSpc>
              <a:spcBef>
                <a:spcPts val="0"/>
              </a:spcBef>
              <a:spcAft>
                <a:spcPts val="0"/>
              </a:spcAft>
              <a:buClr>
                <a:schemeClr val="dk1"/>
              </a:buClr>
              <a:buSzPts val="1500"/>
              <a:buNone/>
            </a:pPr>
            <a:r>
              <a:rPr b="1" lang="en"/>
              <a:t>Bold/highlight text</a:t>
            </a:r>
            <a:br>
              <a:rPr lang="en"/>
            </a:br>
            <a:r>
              <a:rPr lang="en"/>
              <a:t>to make info standout</a:t>
            </a:r>
            <a:endParaRPr/>
          </a:p>
        </p:txBody>
      </p:sp>
      <p:sp>
        <p:nvSpPr>
          <p:cNvPr id="598" name="Google Shape;598;p69"/>
          <p:cNvSpPr txBox="1"/>
          <p:nvPr>
            <p:ph idx="3" type="body"/>
          </p:nvPr>
        </p:nvSpPr>
        <p:spPr>
          <a:xfrm>
            <a:off x="3296176" y="3926539"/>
            <a:ext cx="2551649" cy="457037"/>
          </a:xfrm>
          <a:prstGeom prst="rect">
            <a:avLst/>
          </a:prstGeom>
          <a:noFill/>
          <a:ln>
            <a:noFill/>
          </a:ln>
        </p:spPr>
        <p:txBody>
          <a:bodyPr anchorCtr="0" anchor="t" bIns="20575" lIns="20575" spcFirstLastPara="1" rIns="20575" wrap="square" tIns="20575">
            <a:spAutoFit/>
          </a:bodyPr>
          <a:lstStyle/>
          <a:p>
            <a:pPr indent="0" lvl="0" marL="0" rtl="0" algn="ctr">
              <a:lnSpc>
                <a:spcPct val="90000"/>
              </a:lnSpc>
              <a:spcBef>
                <a:spcPts val="0"/>
              </a:spcBef>
              <a:spcAft>
                <a:spcPts val="0"/>
              </a:spcAft>
              <a:buClr>
                <a:schemeClr val="dk1"/>
              </a:buClr>
              <a:buSzPts val="1500"/>
              <a:buNone/>
            </a:pPr>
            <a:r>
              <a:rPr b="1" lang="en"/>
              <a:t>May use highlighted text</a:t>
            </a:r>
            <a:endParaRPr/>
          </a:p>
          <a:p>
            <a:pPr indent="0" lvl="0" marL="0" rtl="0" algn="ctr">
              <a:lnSpc>
                <a:spcPct val="90000"/>
              </a:lnSpc>
              <a:spcBef>
                <a:spcPts val="0"/>
              </a:spcBef>
              <a:spcAft>
                <a:spcPts val="0"/>
              </a:spcAft>
              <a:buClr>
                <a:schemeClr val="dk1"/>
              </a:buClr>
              <a:buSzPts val="1500"/>
              <a:buNone/>
            </a:pPr>
            <a:r>
              <a:rPr lang="en"/>
              <a:t>to highlight information</a:t>
            </a:r>
            <a:endParaRPr/>
          </a:p>
        </p:txBody>
      </p:sp>
      <p:sp>
        <p:nvSpPr>
          <p:cNvPr id="599" name="Google Shape;599;p69"/>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p>
            <a:pPr indent="0" lvl="0" marL="0" rtl="0" algn="l">
              <a:lnSpc>
                <a:spcPct val="90000"/>
              </a:lnSpc>
              <a:spcBef>
                <a:spcPts val="0"/>
              </a:spcBef>
              <a:spcAft>
                <a:spcPts val="0"/>
              </a:spcAft>
              <a:buClr>
                <a:schemeClr val="dk1"/>
              </a:buClr>
              <a:buSzPts val="2100"/>
              <a:buFont typeface="Open Sans"/>
              <a:buNone/>
            </a:pPr>
            <a:r>
              <a:rPr lang="en"/>
              <a:t>Flow Graphic Sample</a:t>
            </a:r>
            <a:endParaRPr/>
          </a:p>
        </p:txBody>
      </p:sp>
      <p:sp>
        <p:nvSpPr>
          <p:cNvPr id="600" name="Google Shape;600;p69"/>
          <p:cNvSpPr txBox="1"/>
          <p:nvPr>
            <p:ph idx="4" type="body"/>
          </p:nvPr>
        </p:nvSpPr>
        <p:spPr>
          <a:xfrm>
            <a:off x="984167" y="1813791"/>
            <a:ext cx="1718954" cy="862949"/>
          </a:xfrm>
          <a:prstGeom prst="rect">
            <a:avLst/>
          </a:prstGeom>
          <a:noFill/>
          <a:ln>
            <a:noFill/>
          </a:ln>
        </p:spPr>
        <p:txBody>
          <a:bodyPr anchorCtr="0" anchor="t" bIns="34275" lIns="68575" spcFirstLastPara="1" rIns="68575" wrap="square" tIns="34275">
            <a:noAutofit/>
          </a:bodyPr>
          <a:lstStyle/>
          <a:p>
            <a:pPr indent="-165100" lvl="0" marL="342900" marR="0" rtl="0" algn="ctr">
              <a:lnSpc>
                <a:spcPct val="100000"/>
              </a:lnSpc>
              <a:spcBef>
                <a:spcPts val="0"/>
              </a:spcBef>
              <a:spcAft>
                <a:spcPts val="0"/>
              </a:spcAft>
              <a:buClr>
                <a:schemeClr val="accent3"/>
              </a:buClr>
              <a:buSzPts val="3600"/>
              <a:buFont typeface="Arial"/>
              <a:buNone/>
            </a:pPr>
            <a:r>
              <a:rPr lang="en" sz="4500"/>
              <a:t>xx</a:t>
            </a:r>
            <a:endParaRPr/>
          </a:p>
        </p:txBody>
      </p:sp>
      <p:sp>
        <p:nvSpPr>
          <p:cNvPr id="601" name="Google Shape;601;p69"/>
          <p:cNvSpPr txBox="1"/>
          <p:nvPr/>
        </p:nvSpPr>
        <p:spPr>
          <a:xfrm>
            <a:off x="3633849" y="1813791"/>
            <a:ext cx="1718953" cy="862949"/>
          </a:xfrm>
          <a:prstGeom prst="rect">
            <a:avLst/>
          </a:prstGeom>
          <a:noFill/>
          <a:ln>
            <a:noFill/>
          </a:ln>
        </p:spPr>
        <p:txBody>
          <a:bodyPr anchorCtr="0" anchor="t" bIns="34275" lIns="68575" spcFirstLastPara="1" rIns="68575" wrap="square" tIns="34275">
            <a:noAutofit/>
          </a:bodyPr>
          <a:lstStyle/>
          <a:p>
            <a:pPr indent="-165100" lvl="0" marL="342900" marR="0" rtl="0" algn="ctr">
              <a:lnSpc>
                <a:spcPct val="100000"/>
              </a:lnSpc>
              <a:spcBef>
                <a:spcPts val="0"/>
              </a:spcBef>
              <a:spcAft>
                <a:spcPts val="0"/>
              </a:spcAft>
              <a:buClr>
                <a:schemeClr val="accent3"/>
              </a:buClr>
              <a:buSzPts val="3600"/>
              <a:buFont typeface="Arial"/>
              <a:buNone/>
            </a:pPr>
            <a:r>
              <a:rPr b="1" i="0" lang="en" sz="4500" u="none" cap="none" strike="noStrike">
                <a:solidFill>
                  <a:schemeClr val="dk1"/>
                </a:solidFill>
                <a:latin typeface="Open Sans ExtraBold"/>
                <a:ea typeface="Open Sans ExtraBold"/>
                <a:cs typeface="Open Sans ExtraBold"/>
                <a:sym typeface="Open Sans ExtraBold"/>
              </a:rPr>
              <a:t>xx</a:t>
            </a:r>
            <a:endParaRPr b="1" i="0" sz="4500" u="none" cap="none" strike="noStrike">
              <a:solidFill>
                <a:schemeClr val="dk1"/>
              </a:solidFill>
              <a:latin typeface="Open Sans ExtraBold"/>
              <a:ea typeface="Open Sans ExtraBold"/>
              <a:cs typeface="Open Sans ExtraBold"/>
              <a:sym typeface="Open Sans ExtraBold"/>
            </a:endParaRPr>
          </a:p>
        </p:txBody>
      </p:sp>
      <p:sp>
        <p:nvSpPr>
          <p:cNvPr id="602" name="Google Shape;602;p69"/>
          <p:cNvSpPr txBox="1"/>
          <p:nvPr/>
        </p:nvSpPr>
        <p:spPr>
          <a:xfrm>
            <a:off x="6341423" y="1813791"/>
            <a:ext cx="1718954" cy="862949"/>
          </a:xfrm>
          <a:prstGeom prst="rect">
            <a:avLst/>
          </a:prstGeom>
          <a:noFill/>
          <a:ln>
            <a:noFill/>
          </a:ln>
        </p:spPr>
        <p:txBody>
          <a:bodyPr anchorCtr="0" anchor="t" bIns="34275" lIns="68575" spcFirstLastPara="1" rIns="68575" wrap="square" tIns="34275">
            <a:noAutofit/>
          </a:bodyPr>
          <a:lstStyle/>
          <a:p>
            <a:pPr indent="-165100" lvl="0" marL="342900" marR="0" rtl="0" algn="ctr">
              <a:lnSpc>
                <a:spcPct val="100000"/>
              </a:lnSpc>
              <a:spcBef>
                <a:spcPts val="0"/>
              </a:spcBef>
              <a:spcAft>
                <a:spcPts val="0"/>
              </a:spcAft>
              <a:buClr>
                <a:schemeClr val="accent3"/>
              </a:buClr>
              <a:buSzPts val="3600"/>
              <a:buFont typeface="Arial"/>
              <a:buNone/>
            </a:pPr>
            <a:r>
              <a:rPr b="1" i="0" lang="en" sz="4500" u="none" cap="none" strike="noStrike">
                <a:solidFill>
                  <a:schemeClr val="dk1"/>
                </a:solidFill>
                <a:latin typeface="Open Sans ExtraBold"/>
                <a:ea typeface="Open Sans ExtraBold"/>
                <a:cs typeface="Open Sans ExtraBold"/>
                <a:sym typeface="Open Sans ExtraBold"/>
              </a:rPr>
              <a:t>xx</a:t>
            </a:r>
            <a:endParaRPr b="1" i="0" sz="4500" u="none" cap="none" strike="noStrike">
              <a:solidFill>
                <a:schemeClr val="dk1"/>
              </a:solidFill>
              <a:latin typeface="Open Sans ExtraBold"/>
              <a:ea typeface="Open Sans ExtraBold"/>
              <a:cs typeface="Open Sans ExtraBold"/>
              <a:sym typeface="Open Sans ExtraBo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70"/>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p>
            <a:pPr indent="0" lvl="0" marL="0" rtl="0" algn="l">
              <a:lnSpc>
                <a:spcPct val="90000"/>
              </a:lnSpc>
              <a:spcBef>
                <a:spcPts val="0"/>
              </a:spcBef>
              <a:spcAft>
                <a:spcPts val="0"/>
              </a:spcAft>
              <a:buClr>
                <a:schemeClr val="dk1"/>
              </a:buClr>
              <a:buSzPts val="2100"/>
              <a:buFont typeface="Open Sans"/>
              <a:buNone/>
            </a:pPr>
            <a:r>
              <a:rPr lang="en"/>
              <a:t>Execute the Plan</a:t>
            </a:r>
            <a:endParaRPr/>
          </a:p>
        </p:txBody>
      </p:sp>
      <p:sp>
        <p:nvSpPr>
          <p:cNvPr id="608" name="Google Shape;608;p70"/>
          <p:cNvSpPr txBox="1"/>
          <p:nvPr>
            <p:ph idx="1" type="body"/>
          </p:nvPr>
        </p:nvSpPr>
        <p:spPr>
          <a:xfrm>
            <a:off x="1200666" y="2171451"/>
            <a:ext cx="1600430" cy="1397826"/>
          </a:xfrm>
          <a:prstGeom prst="rect">
            <a:avLst/>
          </a:prstGeom>
          <a:noFill/>
          <a:ln>
            <a:noFill/>
          </a:ln>
        </p:spPr>
        <p:txBody>
          <a:bodyPr anchorCtr="0" anchor="ctr" bIns="68575" lIns="68575" spcFirstLastPara="1" rIns="68575" wrap="square" tIns="68575">
            <a:noAutofit/>
          </a:bodyPr>
          <a:lstStyle/>
          <a:p>
            <a:pPr indent="0" lvl="0" marL="0" rtl="0" algn="ctr">
              <a:lnSpc>
                <a:spcPct val="95000"/>
              </a:lnSpc>
              <a:spcBef>
                <a:spcPts val="0"/>
              </a:spcBef>
              <a:spcAft>
                <a:spcPts val="0"/>
              </a:spcAft>
              <a:buClr>
                <a:schemeClr val="dk1"/>
              </a:buClr>
              <a:buSzPts val="1500"/>
              <a:buNone/>
            </a:pPr>
            <a:r>
              <a:rPr lang="en"/>
              <a:t>Text Information </a:t>
            </a:r>
            <a:br>
              <a:rPr lang="en"/>
            </a:br>
            <a:r>
              <a:rPr lang="en"/>
              <a:t>Can Go Here</a:t>
            </a:r>
            <a:endParaRPr/>
          </a:p>
        </p:txBody>
      </p:sp>
      <p:sp>
        <p:nvSpPr>
          <p:cNvPr id="609" name="Google Shape;609;p70"/>
          <p:cNvSpPr txBox="1"/>
          <p:nvPr>
            <p:ph idx="2" type="body"/>
          </p:nvPr>
        </p:nvSpPr>
        <p:spPr>
          <a:xfrm>
            <a:off x="4628825" y="2171451"/>
            <a:ext cx="1600429" cy="1397826"/>
          </a:xfrm>
          <a:prstGeom prst="rect">
            <a:avLst/>
          </a:prstGeom>
          <a:noFill/>
          <a:ln>
            <a:noFill/>
          </a:ln>
        </p:spPr>
        <p:txBody>
          <a:bodyPr anchorCtr="0" anchor="ctr" bIns="68575" lIns="68575" spcFirstLastPara="1" rIns="68575" wrap="square" tIns="68575">
            <a:noAutofit/>
          </a:bodyPr>
          <a:lstStyle/>
          <a:p>
            <a:pPr indent="0" lvl="0" marL="0" rtl="0" algn="ctr">
              <a:lnSpc>
                <a:spcPct val="95000"/>
              </a:lnSpc>
              <a:spcBef>
                <a:spcPts val="0"/>
              </a:spcBef>
              <a:spcAft>
                <a:spcPts val="0"/>
              </a:spcAft>
              <a:buClr>
                <a:schemeClr val="dk1"/>
              </a:buClr>
              <a:buSzPts val="1500"/>
              <a:buNone/>
            </a:pPr>
            <a:r>
              <a:rPr lang="en"/>
              <a:t>Text Information </a:t>
            </a:r>
            <a:br>
              <a:rPr lang="en"/>
            </a:br>
            <a:r>
              <a:rPr lang="en"/>
              <a:t>Can Go Here</a:t>
            </a:r>
            <a:endParaRPr/>
          </a:p>
        </p:txBody>
      </p:sp>
      <p:sp>
        <p:nvSpPr>
          <p:cNvPr id="610" name="Google Shape;610;p70"/>
          <p:cNvSpPr txBox="1"/>
          <p:nvPr>
            <p:ph idx="3" type="body"/>
          </p:nvPr>
        </p:nvSpPr>
        <p:spPr>
          <a:xfrm>
            <a:off x="2914745" y="2171451"/>
            <a:ext cx="1600429" cy="1397826"/>
          </a:xfrm>
          <a:prstGeom prst="rect">
            <a:avLst/>
          </a:prstGeom>
          <a:noFill/>
          <a:ln>
            <a:noFill/>
          </a:ln>
        </p:spPr>
        <p:txBody>
          <a:bodyPr anchorCtr="0" anchor="ctr" bIns="68575" lIns="68575" spcFirstLastPara="1" rIns="68575" wrap="square" tIns="68575">
            <a:noAutofit/>
          </a:bodyPr>
          <a:lstStyle/>
          <a:p>
            <a:pPr indent="0" lvl="0" marL="0" rtl="0" algn="ctr">
              <a:lnSpc>
                <a:spcPct val="95000"/>
              </a:lnSpc>
              <a:spcBef>
                <a:spcPts val="0"/>
              </a:spcBef>
              <a:spcAft>
                <a:spcPts val="0"/>
              </a:spcAft>
              <a:buClr>
                <a:schemeClr val="dk1"/>
              </a:buClr>
              <a:buSzPts val="1500"/>
              <a:buNone/>
            </a:pPr>
            <a:r>
              <a:rPr lang="en"/>
              <a:t>Text Information </a:t>
            </a:r>
            <a:br>
              <a:rPr lang="en"/>
            </a:br>
            <a:r>
              <a:rPr lang="en"/>
              <a:t>Can Go Here</a:t>
            </a:r>
            <a:endParaRPr/>
          </a:p>
        </p:txBody>
      </p:sp>
      <p:sp>
        <p:nvSpPr>
          <p:cNvPr id="611" name="Google Shape;611;p70"/>
          <p:cNvSpPr txBox="1"/>
          <p:nvPr>
            <p:ph idx="4" type="body"/>
          </p:nvPr>
        </p:nvSpPr>
        <p:spPr>
          <a:xfrm>
            <a:off x="6342904" y="2171451"/>
            <a:ext cx="1600429" cy="1397826"/>
          </a:xfrm>
          <a:prstGeom prst="rect">
            <a:avLst/>
          </a:prstGeom>
          <a:noFill/>
          <a:ln>
            <a:noFill/>
          </a:ln>
        </p:spPr>
        <p:txBody>
          <a:bodyPr anchorCtr="0" anchor="ctr" bIns="68575" lIns="68575" spcFirstLastPara="1" rIns="68575" wrap="square" tIns="68575">
            <a:noAutofit/>
          </a:bodyPr>
          <a:lstStyle/>
          <a:p>
            <a:pPr indent="0" lvl="0" marL="0" rtl="0" algn="ctr">
              <a:lnSpc>
                <a:spcPct val="95000"/>
              </a:lnSpc>
              <a:spcBef>
                <a:spcPts val="0"/>
              </a:spcBef>
              <a:spcAft>
                <a:spcPts val="0"/>
              </a:spcAft>
              <a:buClr>
                <a:schemeClr val="dk1"/>
              </a:buClr>
              <a:buSzPts val="1500"/>
              <a:buNone/>
            </a:pPr>
            <a:r>
              <a:rPr lang="en"/>
              <a:t>Text Information </a:t>
            </a:r>
            <a:br>
              <a:rPr lang="en"/>
            </a:br>
            <a:r>
              <a:rPr lang="en"/>
              <a:t>Can Go Here</a:t>
            </a:r>
            <a:endParaRPr/>
          </a:p>
        </p:txBody>
      </p:sp>
      <p:sp>
        <p:nvSpPr>
          <p:cNvPr id="612" name="Google Shape;612;p70"/>
          <p:cNvSpPr txBox="1"/>
          <p:nvPr>
            <p:ph idx="5" type="body"/>
          </p:nvPr>
        </p:nvSpPr>
        <p:spPr>
          <a:xfrm>
            <a:off x="1200666" y="3916263"/>
            <a:ext cx="6742668" cy="414671"/>
          </a:xfrm>
          <a:prstGeom prst="rect">
            <a:avLst/>
          </a:prstGeom>
          <a:noFill/>
          <a:ln>
            <a:noFill/>
          </a:ln>
        </p:spPr>
        <p:txBody>
          <a:bodyPr anchorCtr="0" anchor="ctr" bIns="68575" lIns="68575" spcFirstLastPara="1" rIns="68575" wrap="square" tIns="68575">
            <a:noAutofit/>
          </a:bodyPr>
          <a:lstStyle/>
          <a:p>
            <a:pPr indent="0" lvl="0" marL="0" rtl="0" algn="ctr">
              <a:lnSpc>
                <a:spcPct val="95000"/>
              </a:lnSpc>
              <a:spcBef>
                <a:spcPts val="0"/>
              </a:spcBef>
              <a:spcAft>
                <a:spcPts val="0"/>
              </a:spcAft>
              <a:buClr>
                <a:schemeClr val="dk2"/>
              </a:buClr>
              <a:buSzPts val="1500"/>
              <a:buNone/>
            </a:pPr>
            <a:r>
              <a:rPr lang="en"/>
              <a:t>Overall Message Can Go Here</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71"/>
          <p:cNvSpPr txBox="1"/>
          <p:nvPr>
            <p:ph type="title"/>
          </p:nvPr>
        </p:nvSpPr>
        <p:spPr>
          <a:xfrm>
            <a:off x="448784" y="125962"/>
            <a:ext cx="8372475" cy="592363"/>
          </a:xfrm>
          <a:prstGeom prst="rect">
            <a:avLst/>
          </a:prstGeom>
          <a:noFill/>
          <a:ln>
            <a:noFill/>
          </a:ln>
        </p:spPr>
        <p:txBody>
          <a:bodyPr anchorCtr="0" anchor="b" bIns="34275" lIns="0" spcFirstLastPara="1" rIns="34275" wrap="square" tIns="34275">
            <a:noAutofit/>
          </a:bodyPr>
          <a:lstStyle/>
          <a:p>
            <a:pPr indent="0" lvl="0" marL="0" rtl="0" algn="l">
              <a:lnSpc>
                <a:spcPct val="90000"/>
              </a:lnSpc>
              <a:spcBef>
                <a:spcPts val="0"/>
              </a:spcBef>
              <a:spcAft>
                <a:spcPts val="0"/>
              </a:spcAft>
              <a:buClr>
                <a:schemeClr val="dk1"/>
              </a:buClr>
              <a:buSzPts val="2100"/>
              <a:buFont typeface="Open Sans"/>
              <a:buNone/>
            </a:pPr>
            <a:r>
              <a:rPr lang="en"/>
              <a:t>Table 1</a:t>
            </a:r>
            <a:endParaRPr/>
          </a:p>
        </p:txBody>
      </p:sp>
      <p:graphicFrame>
        <p:nvGraphicFramePr>
          <p:cNvPr id="618" name="Google Shape;618;p71"/>
          <p:cNvGraphicFramePr/>
          <p:nvPr/>
        </p:nvGraphicFramePr>
        <p:xfrm>
          <a:off x="485775" y="1199986"/>
          <a:ext cx="3000000" cy="3000000"/>
        </p:xfrm>
        <a:graphic>
          <a:graphicData uri="http://schemas.openxmlformats.org/drawingml/2006/table">
            <a:tbl>
              <a:tblPr>
                <a:noFill/>
                <a:tableStyleId>{54A5781F-18A9-4F84-8F3C-4C15E518FA00}</a:tableStyleId>
              </a:tblPr>
              <a:tblGrid>
                <a:gridCol w="1634475"/>
                <a:gridCol w="1634475"/>
                <a:gridCol w="1634475"/>
                <a:gridCol w="1634475"/>
                <a:gridCol w="1634475"/>
              </a:tblGrid>
              <a:tr h="419025">
                <a:tc>
                  <a:txBody>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chemeClr val="dk2"/>
                          </a:solidFill>
                          <a:latin typeface="Open Sans ExtraBold"/>
                          <a:ea typeface="Open Sans ExtraBold"/>
                          <a:cs typeface="Open Sans ExtraBold"/>
                          <a:sym typeface="Open Sans ExtraBold"/>
                        </a:rPr>
                        <a:t>Lorem ipsum dolor</a:t>
                      </a:r>
                      <a:endParaRPr b="1" i="0" sz="1100" u="none" cap="none" strike="noStrike">
                        <a:solidFill>
                          <a:schemeClr val="dk2"/>
                        </a:solidFill>
                        <a:latin typeface="Open Sans ExtraBold"/>
                        <a:ea typeface="Open Sans ExtraBold"/>
                        <a:cs typeface="Open Sans ExtraBold"/>
                        <a:sym typeface="Open Sans ExtraBold"/>
                      </a:endParaRPr>
                    </a:p>
                  </a:txBody>
                  <a:tcPr marT="34300" marB="34300" marR="68600" marL="68600" anchor="ctr">
                    <a:lnL cap="flat" cmpd="sng" w="9525">
                      <a:solidFill>
                        <a:srgbClr val="000000">
                          <a:alpha val="0"/>
                        </a:srgbClr>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3"/>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chemeClr val="dk2"/>
                          </a:solidFill>
                          <a:latin typeface="Open Sans ExtraBold"/>
                          <a:ea typeface="Open Sans ExtraBold"/>
                          <a:cs typeface="Open Sans ExtraBold"/>
                          <a:sym typeface="Open Sans ExtraBold"/>
                        </a:rPr>
                        <a:t>Lorem ipsum dolor</a:t>
                      </a:r>
                      <a:endParaRPr b="1" i="0" sz="1100" u="none" cap="none" strike="noStrike">
                        <a:solidFill>
                          <a:schemeClr val="dk2"/>
                        </a:solidFill>
                        <a:latin typeface="Open Sans ExtraBold"/>
                        <a:ea typeface="Open Sans ExtraBold"/>
                        <a:cs typeface="Open Sans ExtraBold"/>
                        <a:sym typeface="Open Sans ExtraBold"/>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0DB"/>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chemeClr val="dk2"/>
                          </a:solidFill>
                          <a:latin typeface="Open Sans ExtraBold"/>
                          <a:ea typeface="Open Sans ExtraBold"/>
                          <a:cs typeface="Open Sans ExtraBold"/>
                          <a:sym typeface="Open Sans ExtraBold"/>
                        </a:rPr>
                        <a:t>Lorem ipsum dolor</a:t>
                      </a:r>
                      <a:endParaRPr b="1" i="0" sz="1100" u="none" cap="none" strike="noStrike">
                        <a:solidFill>
                          <a:schemeClr val="dk2"/>
                        </a:solidFill>
                        <a:latin typeface="Open Sans ExtraBold"/>
                        <a:ea typeface="Open Sans ExtraBold"/>
                        <a:cs typeface="Open Sans ExtraBold"/>
                        <a:sym typeface="Open Sans ExtraBold"/>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4"/>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chemeClr val="dk2"/>
                          </a:solidFill>
                          <a:latin typeface="Open Sans ExtraBold"/>
                          <a:ea typeface="Open Sans ExtraBold"/>
                          <a:cs typeface="Open Sans ExtraBold"/>
                          <a:sym typeface="Open Sans ExtraBold"/>
                        </a:rPr>
                        <a:t>Lorem ipsum dolor</a:t>
                      </a:r>
                      <a:endParaRPr b="1" i="0" sz="1100" u="none" cap="none" strike="noStrike">
                        <a:solidFill>
                          <a:schemeClr val="dk2"/>
                        </a:solidFill>
                        <a:latin typeface="Open Sans ExtraBold"/>
                        <a:ea typeface="Open Sans ExtraBold"/>
                        <a:cs typeface="Open Sans ExtraBold"/>
                        <a:sym typeface="Open Sans ExtraBold"/>
                      </a:endParaRPr>
                    </a:p>
                  </a:txBody>
                  <a:tcPr marT="34300" marB="34300" marR="68600" marL="6860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0DB"/>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chemeClr val="dk2"/>
                          </a:solidFill>
                          <a:latin typeface="Open Sans ExtraBold"/>
                          <a:ea typeface="Open Sans ExtraBold"/>
                          <a:cs typeface="Open Sans ExtraBold"/>
                          <a:sym typeface="Open Sans ExtraBold"/>
                        </a:rPr>
                        <a:t>Lorem ipsum dolor</a:t>
                      </a:r>
                      <a:endParaRPr b="1" i="0" sz="1100" u="none" cap="none" strike="noStrike">
                        <a:solidFill>
                          <a:schemeClr val="dk2"/>
                        </a:solidFill>
                        <a:latin typeface="Open Sans ExtraBold"/>
                        <a:ea typeface="Open Sans ExtraBold"/>
                        <a:cs typeface="Open Sans ExtraBold"/>
                        <a:sym typeface="Open Sans ExtraBold"/>
                      </a:endParaRPr>
                    </a:p>
                  </a:txBody>
                  <a:tcPr marT="34300" marB="34300" marR="68600" marL="68600" anchor="ctr">
                    <a:lnL cap="flat" cmpd="sng" w="12700">
                      <a:solidFill>
                        <a:schemeClr val="lt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0DB"/>
                    </a:solidFill>
                  </a:tcPr>
                </a:tc>
              </a:tr>
              <a:tr h="419025">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lt1"/>
                    </a:solidFill>
                  </a:tcPr>
                </a:tc>
              </a:tr>
              <a:tr h="419025">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E5E5E5"/>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E5E5E5"/>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E5E5E5"/>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E5E5E5"/>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accent5"/>
                    </a:solidFill>
                  </a:tcPr>
                </a:tc>
              </a:tr>
              <a:tr h="419025">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lt1"/>
                    </a:solidFill>
                  </a:tcPr>
                </a:tc>
              </a:tr>
              <a:tr h="419025">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E5E5E5"/>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E5E5E5"/>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E5E5E5"/>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E5E5E5"/>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E5E5E5"/>
                    </a:solidFill>
                  </a:tcPr>
                </a:tc>
              </a:tr>
              <a:tr h="419025">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lt1"/>
                    </a:solidFill>
                  </a:tcPr>
                </a:tc>
              </a:tr>
              <a:tr h="419025">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E5E5E5"/>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E5E5E5"/>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E5E5E5"/>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E5E5E5"/>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rgbClr val="E5E5E5"/>
                    </a:solidFill>
                  </a:tcPr>
                </a:tc>
              </a:tr>
              <a:tr h="419025">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Open Sans"/>
                          <a:ea typeface="Open Sans"/>
                          <a:cs typeface="Open Sans"/>
                          <a:sym typeface="Open Sans"/>
                        </a:rPr>
                        <a:t>Lorem ipsum dolor</a:t>
                      </a:r>
                      <a:endParaRPr b="0" i="0" sz="1100" u="none" cap="none" strike="noStrike">
                        <a:solidFill>
                          <a:schemeClr val="dk1"/>
                        </a:solidFill>
                        <a:latin typeface="Open Sans"/>
                        <a:ea typeface="Open Sans"/>
                        <a:cs typeface="Open Sans"/>
                        <a:sym typeface="Open Sans"/>
                      </a:endParaRPr>
                    </a:p>
                  </a:txBody>
                  <a:tcPr marT="34300" marB="34300" marR="68600" marL="686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A5A5A5"/>
                      </a:solidFill>
                      <a:prstDash val="solid"/>
                      <a:round/>
                      <a:headEnd len="sm" w="sm" type="none"/>
                      <a:tailEnd len="sm" w="sm" type="none"/>
                    </a:lnT>
                    <a:lnB cap="flat" cmpd="sng" w="12700">
                      <a:solidFill>
                        <a:srgbClr val="A5A5A5"/>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72"/>
          <p:cNvSpPr txBox="1"/>
          <p:nvPr>
            <p:ph type="title"/>
          </p:nvPr>
        </p:nvSpPr>
        <p:spPr>
          <a:xfrm>
            <a:off x="570976" y="1147895"/>
            <a:ext cx="3791277" cy="966066"/>
          </a:xfrm>
          <a:prstGeom prst="rect">
            <a:avLst/>
          </a:prstGeom>
          <a:noFill/>
          <a:ln>
            <a:noFill/>
          </a:ln>
        </p:spPr>
        <p:txBody>
          <a:bodyPr anchorCtr="0" anchor="t" bIns="34275" lIns="0" spcFirstLastPara="1" rIns="34275" wrap="square" tIns="34275">
            <a:noAutofit/>
          </a:bodyPr>
          <a:lstStyle/>
          <a:p>
            <a:pPr indent="0" lvl="0" marL="0" rtl="0" algn="l">
              <a:lnSpc>
                <a:spcPct val="90000"/>
              </a:lnSpc>
              <a:spcBef>
                <a:spcPts val="0"/>
              </a:spcBef>
              <a:spcAft>
                <a:spcPts val="0"/>
              </a:spcAft>
              <a:buClr>
                <a:schemeClr val="dk1"/>
              </a:buClr>
              <a:buSzPts val="3000"/>
              <a:buFont typeface="Open Sans"/>
              <a:buNone/>
            </a:pPr>
            <a:r>
              <a:rPr lang="en"/>
              <a:t>Appendix</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73"/>
          <p:cNvSpPr txBox="1"/>
          <p:nvPr>
            <p:ph type="title"/>
          </p:nvPr>
        </p:nvSpPr>
        <p:spPr>
          <a:xfrm>
            <a:off x="1274445" y="633889"/>
            <a:ext cx="7886700" cy="994172"/>
          </a:xfrm>
          <a:prstGeom prst="rect">
            <a:avLst/>
          </a:prstGeom>
          <a:noFill/>
          <a:ln>
            <a:noFill/>
          </a:ln>
        </p:spPr>
        <p:txBody>
          <a:bodyPr anchorCtr="0" anchor="b" bIns="34275" lIns="0" spcFirstLastPara="1" rIns="34275" wrap="square" tIns="34275">
            <a:noAutofit/>
          </a:bodyPr>
          <a:lstStyle/>
          <a:p>
            <a:pPr indent="0" lvl="0" marL="0" rtl="0" algn="l">
              <a:lnSpc>
                <a:spcPct val="90000"/>
              </a:lnSpc>
              <a:spcBef>
                <a:spcPts val="0"/>
              </a:spcBef>
              <a:spcAft>
                <a:spcPts val="0"/>
              </a:spcAft>
              <a:buClr>
                <a:schemeClr val="dk1"/>
              </a:buClr>
              <a:buSzPts val="3000"/>
              <a:buFont typeface="Open Sans"/>
              <a:buNone/>
            </a:pPr>
            <a:r>
              <a:rPr lang="en"/>
              <a:t>Graphics &amp; Color Palette</a:t>
            </a:r>
            <a:endParaRPr/>
          </a:p>
        </p:txBody>
      </p:sp>
      <p:sp>
        <p:nvSpPr>
          <p:cNvPr id="629" name="Google Shape;629;p73"/>
          <p:cNvSpPr/>
          <p:nvPr/>
        </p:nvSpPr>
        <p:spPr>
          <a:xfrm>
            <a:off x="3523784" y="2260341"/>
            <a:ext cx="622818" cy="622818"/>
          </a:xfrm>
          <a:prstGeom prst="ellipse">
            <a:avLst/>
          </a:prstGeom>
          <a:solidFill>
            <a:srgbClr val="EC1218"/>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Open Sans"/>
                <a:ea typeface="Open Sans"/>
                <a:cs typeface="Open Sans"/>
                <a:sym typeface="Open Sans"/>
              </a:rPr>
              <a:t>236</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Open Sans"/>
                <a:ea typeface="Open Sans"/>
                <a:cs typeface="Open Sans"/>
                <a:sym typeface="Open Sans"/>
              </a:rPr>
              <a:t>18</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Open Sans"/>
                <a:ea typeface="Open Sans"/>
                <a:cs typeface="Open Sans"/>
                <a:sym typeface="Open Sans"/>
              </a:rPr>
              <a:t>24</a:t>
            </a:r>
            <a:endParaRPr b="0" i="0" sz="1100" u="none" cap="none" strike="noStrike">
              <a:solidFill>
                <a:srgbClr val="000000"/>
              </a:solidFill>
              <a:latin typeface="Arial"/>
              <a:ea typeface="Arial"/>
              <a:cs typeface="Arial"/>
              <a:sym typeface="Arial"/>
            </a:endParaRPr>
          </a:p>
        </p:txBody>
      </p:sp>
      <p:sp>
        <p:nvSpPr>
          <p:cNvPr id="630" name="Google Shape;630;p73"/>
          <p:cNvSpPr/>
          <p:nvPr/>
        </p:nvSpPr>
        <p:spPr>
          <a:xfrm>
            <a:off x="4260593" y="2260341"/>
            <a:ext cx="622818" cy="622818"/>
          </a:xfrm>
          <a:prstGeom prst="ellipse">
            <a:avLst/>
          </a:prstGeom>
          <a:solidFill>
            <a:srgbClr val="FC9C0C"/>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Open Sans"/>
                <a:ea typeface="Open Sans"/>
                <a:cs typeface="Open Sans"/>
                <a:sym typeface="Open Sans"/>
              </a:rPr>
              <a:t>252</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Open Sans"/>
                <a:ea typeface="Open Sans"/>
                <a:cs typeface="Open Sans"/>
                <a:sym typeface="Open Sans"/>
              </a:rPr>
              <a:t>156</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Open Sans"/>
                <a:ea typeface="Open Sans"/>
                <a:cs typeface="Open Sans"/>
                <a:sym typeface="Open Sans"/>
              </a:rPr>
              <a:t>12</a:t>
            </a:r>
            <a:endParaRPr b="0" i="0" sz="1100" u="none" cap="none" strike="noStrike">
              <a:solidFill>
                <a:srgbClr val="000000"/>
              </a:solidFill>
              <a:latin typeface="Arial"/>
              <a:ea typeface="Arial"/>
              <a:cs typeface="Arial"/>
              <a:sym typeface="Arial"/>
            </a:endParaRPr>
          </a:p>
        </p:txBody>
      </p:sp>
      <p:sp>
        <p:nvSpPr>
          <p:cNvPr id="631" name="Google Shape;631;p73"/>
          <p:cNvSpPr/>
          <p:nvPr/>
        </p:nvSpPr>
        <p:spPr>
          <a:xfrm>
            <a:off x="2050168" y="2260341"/>
            <a:ext cx="622818" cy="622818"/>
          </a:xfrm>
          <a:prstGeom prst="ellipse">
            <a:avLst/>
          </a:prstGeom>
          <a:solidFill>
            <a:srgbClr val="000000"/>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Open Sans"/>
                <a:ea typeface="Open Sans"/>
                <a:cs typeface="Open Sans"/>
                <a:sym typeface="Open Sans"/>
              </a:rPr>
              <a:t>0</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Open Sans"/>
                <a:ea typeface="Open Sans"/>
                <a:cs typeface="Open Sans"/>
                <a:sym typeface="Open Sans"/>
              </a:rPr>
              <a:t>0</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Open Sans"/>
                <a:ea typeface="Open Sans"/>
                <a:cs typeface="Open Sans"/>
                <a:sym typeface="Open Sans"/>
              </a:rPr>
              <a:t>0</a:t>
            </a:r>
            <a:endParaRPr b="0" i="0" sz="1100" u="none" cap="none" strike="noStrike">
              <a:solidFill>
                <a:srgbClr val="000000"/>
              </a:solidFill>
              <a:latin typeface="Arial"/>
              <a:ea typeface="Arial"/>
              <a:cs typeface="Arial"/>
              <a:sym typeface="Arial"/>
            </a:endParaRPr>
          </a:p>
        </p:txBody>
      </p:sp>
      <p:sp>
        <p:nvSpPr>
          <p:cNvPr id="632" name="Google Shape;632;p73"/>
          <p:cNvSpPr/>
          <p:nvPr/>
        </p:nvSpPr>
        <p:spPr>
          <a:xfrm>
            <a:off x="1313359" y="2260341"/>
            <a:ext cx="622818" cy="622818"/>
          </a:xfrm>
          <a:prstGeom prst="ellipse">
            <a:avLst/>
          </a:prstGeom>
          <a:solidFill>
            <a:srgbClr val="FFFFFF"/>
          </a:solidFill>
          <a:ln cap="flat" cmpd="sng" w="12700">
            <a:solidFill>
              <a:srgbClr val="00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Open Sans"/>
                <a:ea typeface="Open Sans"/>
                <a:cs typeface="Open Sans"/>
                <a:sym typeface="Open Sans"/>
              </a:rPr>
              <a:t>255</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Open Sans"/>
                <a:ea typeface="Open Sans"/>
                <a:cs typeface="Open Sans"/>
                <a:sym typeface="Open Sans"/>
              </a:rPr>
              <a:t>255</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Open Sans"/>
                <a:ea typeface="Open Sans"/>
                <a:cs typeface="Open Sans"/>
                <a:sym typeface="Open Sans"/>
              </a:rPr>
              <a:t>255</a:t>
            </a:r>
            <a:endParaRPr b="0" i="0" sz="1100" u="none" cap="none" strike="noStrike">
              <a:solidFill>
                <a:srgbClr val="000000"/>
              </a:solidFill>
              <a:latin typeface="Arial"/>
              <a:ea typeface="Arial"/>
              <a:cs typeface="Arial"/>
              <a:sym typeface="Arial"/>
            </a:endParaRPr>
          </a:p>
        </p:txBody>
      </p:sp>
      <p:sp>
        <p:nvSpPr>
          <p:cNvPr id="633" name="Google Shape;633;p73"/>
          <p:cNvSpPr/>
          <p:nvPr/>
        </p:nvSpPr>
        <p:spPr>
          <a:xfrm>
            <a:off x="4997401" y="2260341"/>
            <a:ext cx="622818" cy="622818"/>
          </a:xfrm>
          <a:prstGeom prst="ellipse">
            <a:avLst/>
          </a:prstGeom>
          <a:solidFill>
            <a:srgbClr val="FFF0D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Open Sans"/>
                <a:ea typeface="Open Sans"/>
                <a:cs typeface="Open Sans"/>
                <a:sym typeface="Open Sans"/>
              </a:rPr>
              <a:t>255</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Open Sans"/>
                <a:ea typeface="Open Sans"/>
                <a:cs typeface="Open Sans"/>
                <a:sym typeface="Open Sans"/>
              </a:rPr>
              <a:t>240</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Open Sans"/>
                <a:ea typeface="Open Sans"/>
                <a:cs typeface="Open Sans"/>
                <a:sym typeface="Open Sans"/>
              </a:rPr>
              <a:t>219</a:t>
            </a:r>
            <a:endParaRPr b="0" i="0" sz="1100" u="none" cap="none" strike="noStrike">
              <a:solidFill>
                <a:srgbClr val="000000"/>
              </a:solidFill>
              <a:latin typeface="Arial"/>
              <a:ea typeface="Arial"/>
              <a:cs typeface="Arial"/>
              <a:sym typeface="Arial"/>
            </a:endParaRPr>
          </a:p>
        </p:txBody>
      </p:sp>
      <p:sp>
        <p:nvSpPr>
          <p:cNvPr id="634" name="Google Shape;634;p73"/>
          <p:cNvSpPr/>
          <p:nvPr/>
        </p:nvSpPr>
        <p:spPr>
          <a:xfrm>
            <a:off x="2786976" y="2260341"/>
            <a:ext cx="622818" cy="622818"/>
          </a:xfrm>
          <a:prstGeom prst="ellipse">
            <a:avLst/>
          </a:prstGeom>
          <a:solidFill>
            <a:srgbClr val="E5E5E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Open Sans"/>
                <a:ea typeface="Open Sans"/>
                <a:cs typeface="Open Sans"/>
                <a:sym typeface="Open Sans"/>
              </a:rPr>
              <a:t>229</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Open Sans"/>
                <a:ea typeface="Open Sans"/>
                <a:cs typeface="Open Sans"/>
                <a:sym typeface="Open Sans"/>
              </a:rPr>
              <a:t>229</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chemeClr val="dk1"/>
                </a:solidFill>
                <a:latin typeface="Open Sans"/>
                <a:ea typeface="Open Sans"/>
                <a:cs typeface="Open Sans"/>
                <a:sym typeface="Open Sans"/>
              </a:rPr>
              <a:t>229</a:t>
            </a:r>
            <a:endParaRPr b="0" i="0" sz="1100" u="none" cap="none" strike="noStrike">
              <a:solidFill>
                <a:srgbClr val="000000"/>
              </a:solidFill>
              <a:latin typeface="Arial"/>
              <a:ea typeface="Arial"/>
              <a:cs typeface="Arial"/>
              <a:sym typeface="Arial"/>
            </a:endParaRPr>
          </a:p>
        </p:txBody>
      </p:sp>
      <p:sp>
        <p:nvSpPr>
          <p:cNvPr id="635" name="Google Shape;635;p73"/>
          <p:cNvSpPr txBox="1"/>
          <p:nvPr/>
        </p:nvSpPr>
        <p:spPr>
          <a:xfrm>
            <a:off x="1313360" y="3168211"/>
            <a:ext cx="4223800" cy="1665514"/>
          </a:xfrm>
          <a:prstGeom prst="rect">
            <a:avLst/>
          </a:prstGeom>
          <a:noFill/>
          <a:ln>
            <a:noFill/>
          </a:ln>
        </p:spPr>
        <p:txBody>
          <a:bodyPr anchorCtr="0" anchor="t" bIns="137150" lIns="137150" spcFirstLastPara="1" rIns="137150" wrap="square" tIns="137150">
            <a:noAutofit/>
          </a:bodyPr>
          <a:lstStyle/>
          <a:p>
            <a:pPr indent="0" lvl="0" marL="0" marR="0" rtl="0" algn="l">
              <a:lnSpc>
                <a:spcPct val="95000"/>
              </a:lnSpc>
              <a:spcBef>
                <a:spcPts val="0"/>
              </a:spcBef>
              <a:spcAft>
                <a:spcPts val="0"/>
              </a:spcAft>
              <a:buClr>
                <a:schemeClr val="dk1"/>
              </a:buClr>
              <a:buSzPts val="1500"/>
              <a:buFont typeface="Arial"/>
              <a:buNone/>
            </a:pPr>
            <a:r>
              <a:rPr b="0" i="0" lang="en" sz="1500" u="none" cap="none" strike="noStrike">
                <a:solidFill>
                  <a:schemeClr val="dk1"/>
                </a:solidFill>
                <a:latin typeface="Open Sans"/>
                <a:ea typeface="Open Sans"/>
                <a:cs typeface="Open Sans"/>
                <a:sym typeface="Open Sans"/>
              </a:rPr>
              <a:t>Click to edit Master text styles</a:t>
            </a:r>
            <a:endParaRPr b="0" i="0" sz="1100" u="none" cap="none" strike="noStrike">
              <a:solidFill>
                <a:srgbClr val="000000"/>
              </a:solidFill>
              <a:latin typeface="Arial"/>
              <a:ea typeface="Arial"/>
              <a:cs typeface="Arial"/>
              <a:sym typeface="Arial"/>
            </a:endParaRPr>
          </a:p>
        </p:txBody>
      </p:sp>
      <p:grpSp>
        <p:nvGrpSpPr>
          <p:cNvPr id="636" name="Google Shape;636;p73"/>
          <p:cNvGrpSpPr/>
          <p:nvPr/>
        </p:nvGrpSpPr>
        <p:grpSpPr>
          <a:xfrm>
            <a:off x="7701620" y="363084"/>
            <a:ext cx="1171676" cy="254215"/>
            <a:chOff x="10268827" y="472868"/>
            <a:chExt cx="1562234" cy="338953"/>
          </a:xfrm>
        </p:grpSpPr>
        <p:cxnSp>
          <p:nvCxnSpPr>
            <p:cNvPr id="637" name="Google Shape;637;p73"/>
            <p:cNvCxnSpPr/>
            <p:nvPr/>
          </p:nvCxnSpPr>
          <p:spPr>
            <a:xfrm>
              <a:off x="10498514" y="519869"/>
              <a:ext cx="1162228" cy="0"/>
            </a:xfrm>
            <a:prstGeom prst="straightConnector1">
              <a:avLst/>
            </a:prstGeom>
            <a:noFill/>
            <a:ln cap="flat" cmpd="sng" w="19050">
              <a:solidFill>
                <a:srgbClr val="BFBFBF"/>
              </a:solidFill>
              <a:prstDash val="solid"/>
              <a:miter lim="800000"/>
              <a:headEnd len="sm" w="sm" type="none"/>
              <a:tailEnd len="sm" w="sm" type="none"/>
            </a:ln>
          </p:spPr>
        </p:cxnSp>
        <p:sp>
          <p:nvSpPr>
            <p:cNvPr id="638" name="Google Shape;638;p73"/>
            <p:cNvSpPr/>
            <p:nvPr/>
          </p:nvSpPr>
          <p:spPr>
            <a:xfrm>
              <a:off x="10442963" y="472868"/>
              <a:ext cx="94003" cy="94002"/>
            </a:xfrm>
            <a:prstGeom prst="ellipse">
              <a:avLst/>
            </a:prstGeom>
            <a:solidFill>
              <a:schemeClr val="lt1"/>
            </a:solidFill>
            <a:ln cap="flat" cmpd="sng" w="19050">
              <a:solidFill>
                <a:srgbClr val="BFBFB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rgbClr val="3F3F3F"/>
                </a:solidFill>
                <a:latin typeface="Open Sans"/>
                <a:ea typeface="Open Sans"/>
                <a:cs typeface="Open Sans"/>
                <a:sym typeface="Open Sans"/>
              </a:endParaRPr>
            </a:p>
          </p:txBody>
        </p:sp>
        <p:sp>
          <p:nvSpPr>
            <p:cNvPr id="639" name="Google Shape;639;p73"/>
            <p:cNvSpPr/>
            <p:nvPr/>
          </p:nvSpPr>
          <p:spPr>
            <a:xfrm>
              <a:off x="10834646" y="472868"/>
              <a:ext cx="94003" cy="94002"/>
            </a:xfrm>
            <a:prstGeom prst="ellipse">
              <a:avLst/>
            </a:prstGeom>
            <a:solidFill>
              <a:srgbClr val="FC9C0C"/>
            </a:solidFill>
            <a:ln cap="flat" cmpd="sng" w="19050">
              <a:solidFill>
                <a:srgbClr val="BFBFB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rgbClr val="3F3F3F"/>
                </a:solidFill>
                <a:latin typeface="Open Sans"/>
                <a:ea typeface="Open Sans"/>
                <a:cs typeface="Open Sans"/>
                <a:sym typeface="Open Sans"/>
              </a:endParaRPr>
            </a:p>
          </p:txBody>
        </p:sp>
        <p:sp>
          <p:nvSpPr>
            <p:cNvPr id="640" name="Google Shape;640;p73"/>
            <p:cNvSpPr/>
            <p:nvPr/>
          </p:nvSpPr>
          <p:spPr>
            <a:xfrm>
              <a:off x="11226329" y="472868"/>
              <a:ext cx="94003" cy="94002"/>
            </a:xfrm>
            <a:prstGeom prst="ellipse">
              <a:avLst/>
            </a:prstGeom>
            <a:solidFill>
              <a:schemeClr val="lt1"/>
            </a:solidFill>
            <a:ln cap="flat" cmpd="sng" w="19050">
              <a:solidFill>
                <a:srgbClr val="BFBFB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rgbClr val="3F3F3F"/>
                </a:solidFill>
                <a:latin typeface="Open Sans"/>
                <a:ea typeface="Open Sans"/>
                <a:cs typeface="Open Sans"/>
                <a:sym typeface="Open Sans"/>
              </a:endParaRPr>
            </a:p>
          </p:txBody>
        </p:sp>
        <p:sp>
          <p:nvSpPr>
            <p:cNvPr id="641" name="Google Shape;641;p73"/>
            <p:cNvSpPr/>
            <p:nvPr/>
          </p:nvSpPr>
          <p:spPr>
            <a:xfrm>
              <a:off x="11618012" y="472868"/>
              <a:ext cx="94003" cy="94002"/>
            </a:xfrm>
            <a:prstGeom prst="ellipse">
              <a:avLst/>
            </a:prstGeom>
            <a:solidFill>
              <a:schemeClr val="lt1"/>
            </a:solidFill>
            <a:ln cap="flat" cmpd="sng" w="19050">
              <a:solidFill>
                <a:srgbClr val="BFBFB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rgbClr val="3F3F3F"/>
                </a:solidFill>
                <a:latin typeface="Open Sans"/>
                <a:ea typeface="Open Sans"/>
                <a:cs typeface="Open Sans"/>
                <a:sym typeface="Open Sans"/>
              </a:endParaRPr>
            </a:p>
          </p:txBody>
        </p:sp>
        <p:sp>
          <p:nvSpPr>
            <p:cNvPr id="642" name="Google Shape;642;p73"/>
            <p:cNvSpPr txBox="1"/>
            <p:nvPr/>
          </p:nvSpPr>
          <p:spPr>
            <a:xfrm>
              <a:off x="10268827" y="611766"/>
              <a:ext cx="449162" cy="200055"/>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3F3F3F"/>
                  </a:solidFill>
                  <a:latin typeface="Open Sans"/>
                  <a:ea typeface="Open Sans"/>
                  <a:cs typeface="Open Sans"/>
                  <a:sym typeface="Open Sans"/>
                </a:rPr>
                <a:t>In Dev</a:t>
              </a:r>
              <a:endParaRPr b="0" i="0" sz="1100" u="none" cap="none" strike="noStrike">
                <a:solidFill>
                  <a:srgbClr val="000000"/>
                </a:solidFill>
                <a:latin typeface="Arial"/>
                <a:ea typeface="Arial"/>
                <a:cs typeface="Arial"/>
                <a:sym typeface="Arial"/>
              </a:endParaRPr>
            </a:p>
          </p:txBody>
        </p:sp>
        <p:sp>
          <p:nvSpPr>
            <p:cNvPr id="643" name="Google Shape;643;p73"/>
            <p:cNvSpPr txBox="1"/>
            <p:nvPr/>
          </p:nvSpPr>
          <p:spPr>
            <a:xfrm>
              <a:off x="10664618" y="611766"/>
              <a:ext cx="474810" cy="200055"/>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3F3F3F"/>
                  </a:solidFill>
                  <a:latin typeface="Open Sans"/>
                  <a:ea typeface="Open Sans"/>
                  <a:cs typeface="Open Sans"/>
                  <a:sym typeface="Open Sans"/>
                </a:rPr>
                <a:t>Private</a:t>
              </a:r>
              <a:endParaRPr b="0" i="0" sz="1100" u="none" cap="none" strike="noStrike">
                <a:solidFill>
                  <a:srgbClr val="000000"/>
                </a:solidFill>
                <a:latin typeface="Arial"/>
                <a:ea typeface="Arial"/>
                <a:cs typeface="Arial"/>
                <a:sym typeface="Arial"/>
              </a:endParaRPr>
            </a:p>
          </p:txBody>
        </p:sp>
        <p:sp>
          <p:nvSpPr>
            <p:cNvPr id="644" name="Google Shape;644;p73"/>
            <p:cNvSpPr txBox="1"/>
            <p:nvPr/>
          </p:nvSpPr>
          <p:spPr>
            <a:xfrm>
              <a:off x="11077501" y="611766"/>
              <a:ext cx="436338" cy="200055"/>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3F3F3F"/>
                  </a:solidFill>
                  <a:latin typeface="Open Sans"/>
                  <a:ea typeface="Open Sans"/>
                  <a:cs typeface="Open Sans"/>
                  <a:sym typeface="Open Sans"/>
                </a:rPr>
                <a:t>Public</a:t>
              </a:r>
              <a:endParaRPr b="0" i="0" sz="1100" u="none" cap="none" strike="noStrike">
                <a:solidFill>
                  <a:srgbClr val="000000"/>
                </a:solidFill>
                <a:latin typeface="Arial"/>
                <a:ea typeface="Arial"/>
                <a:cs typeface="Arial"/>
                <a:sym typeface="Arial"/>
              </a:endParaRPr>
            </a:p>
          </p:txBody>
        </p:sp>
        <p:sp>
          <p:nvSpPr>
            <p:cNvPr id="645" name="Google Shape;645;p73"/>
            <p:cNvSpPr txBox="1"/>
            <p:nvPr/>
          </p:nvSpPr>
          <p:spPr>
            <a:xfrm>
              <a:off x="11524567" y="611766"/>
              <a:ext cx="306494" cy="200055"/>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3F3F3F"/>
                  </a:solidFill>
                  <a:latin typeface="Open Sans"/>
                  <a:ea typeface="Open Sans"/>
                  <a:cs typeface="Open Sans"/>
                  <a:sym typeface="Open Sans"/>
                </a:rPr>
                <a:t>GA</a:t>
              </a:r>
              <a:endParaRPr b="0" i="0" sz="1100" u="none" cap="none" strike="noStrike">
                <a:solidFill>
                  <a:srgbClr val="000000"/>
                </a:solidFill>
                <a:latin typeface="Arial"/>
                <a:ea typeface="Arial"/>
                <a:cs typeface="Arial"/>
                <a:sym typeface="Arial"/>
              </a:endParaRPr>
            </a:p>
          </p:txBody>
        </p:sp>
      </p:grpSp>
      <p:grpSp>
        <p:nvGrpSpPr>
          <p:cNvPr id="646" name="Google Shape;646;p73"/>
          <p:cNvGrpSpPr/>
          <p:nvPr/>
        </p:nvGrpSpPr>
        <p:grpSpPr>
          <a:xfrm>
            <a:off x="3945875" y="363084"/>
            <a:ext cx="1252249" cy="254215"/>
            <a:chOff x="10243189" y="472868"/>
            <a:chExt cx="1669666" cy="338953"/>
          </a:xfrm>
        </p:grpSpPr>
        <p:cxnSp>
          <p:nvCxnSpPr>
            <p:cNvPr id="647" name="Google Shape;647;p73"/>
            <p:cNvCxnSpPr/>
            <p:nvPr/>
          </p:nvCxnSpPr>
          <p:spPr>
            <a:xfrm>
              <a:off x="10498514" y="519869"/>
              <a:ext cx="1162228" cy="0"/>
            </a:xfrm>
            <a:prstGeom prst="straightConnector1">
              <a:avLst/>
            </a:prstGeom>
            <a:noFill/>
            <a:ln cap="flat" cmpd="sng" w="19050">
              <a:solidFill>
                <a:srgbClr val="BFBFBF"/>
              </a:solidFill>
              <a:prstDash val="solid"/>
              <a:miter lim="800000"/>
              <a:headEnd len="sm" w="sm" type="none"/>
              <a:tailEnd len="sm" w="sm" type="none"/>
            </a:ln>
          </p:spPr>
        </p:cxnSp>
        <p:sp>
          <p:nvSpPr>
            <p:cNvPr id="648" name="Google Shape;648;p73"/>
            <p:cNvSpPr/>
            <p:nvPr/>
          </p:nvSpPr>
          <p:spPr>
            <a:xfrm>
              <a:off x="10442963" y="472868"/>
              <a:ext cx="94003" cy="94002"/>
            </a:xfrm>
            <a:prstGeom prst="ellipse">
              <a:avLst/>
            </a:prstGeom>
            <a:solidFill>
              <a:srgbClr val="FC9C0C"/>
            </a:solidFill>
            <a:ln cap="flat" cmpd="sng" w="19050">
              <a:solidFill>
                <a:srgbClr val="BFBFB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rgbClr val="3F3F3F"/>
                </a:solidFill>
                <a:latin typeface="Open Sans"/>
                <a:ea typeface="Open Sans"/>
                <a:cs typeface="Open Sans"/>
                <a:sym typeface="Open Sans"/>
              </a:endParaRPr>
            </a:p>
          </p:txBody>
        </p:sp>
        <p:sp>
          <p:nvSpPr>
            <p:cNvPr id="649" name="Google Shape;649;p73"/>
            <p:cNvSpPr/>
            <p:nvPr/>
          </p:nvSpPr>
          <p:spPr>
            <a:xfrm>
              <a:off x="10834646" y="472868"/>
              <a:ext cx="94003" cy="94002"/>
            </a:xfrm>
            <a:prstGeom prst="ellipse">
              <a:avLst/>
            </a:prstGeom>
            <a:solidFill>
              <a:schemeClr val="lt1"/>
            </a:solidFill>
            <a:ln cap="flat" cmpd="sng" w="19050">
              <a:solidFill>
                <a:srgbClr val="BFBFB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rgbClr val="3F3F3F"/>
                </a:solidFill>
                <a:latin typeface="Open Sans"/>
                <a:ea typeface="Open Sans"/>
                <a:cs typeface="Open Sans"/>
                <a:sym typeface="Open Sans"/>
              </a:endParaRPr>
            </a:p>
          </p:txBody>
        </p:sp>
        <p:sp>
          <p:nvSpPr>
            <p:cNvPr id="650" name="Google Shape;650;p73"/>
            <p:cNvSpPr/>
            <p:nvPr/>
          </p:nvSpPr>
          <p:spPr>
            <a:xfrm>
              <a:off x="11226329" y="472868"/>
              <a:ext cx="94003" cy="94002"/>
            </a:xfrm>
            <a:prstGeom prst="ellipse">
              <a:avLst/>
            </a:prstGeom>
            <a:solidFill>
              <a:schemeClr val="lt1"/>
            </a:solidFill>
            <a:ln cap="flat" cmpd="sng" w="19050">
              <a:solidFill>
                <a:srgbClr val="BFBFB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rgbClr val="3F3F3F"/>
                </a:solidFill>
                <a:latin typeface="Open Sans"/>
                <a:ea typeface="Open Sans"/>
                <a:cs typeface="Open Sans"/>
                <a:sym typeface="Open Sans"/>
              </a:endParaRPr>
            </a:p>
          </p:txBody>
        </p:sp>
        <p:sp>
          <p:nvSpPr>
            <p:cNvPr id="651" name="Google Shape;651;p73"/>
            <p:cNvSpPr/>
            <p:nvPr/>
          </p:nvSpPr>
          <p:spPr>
            <a:xfrm>
              <a:off x="11618012" y="472868"/>
              <a:ext cx="94003" cy="94002"/>
            </a:xfrm>
            <a:prstGeom prst="ellipse">
              <a:avLst/>
            </a:prstGeom>
            <a:solidFill>
              <a:schemeClr val="lt1"/>
            </a:solidFill>
            <a:ln cap="flat" cmpd="sng" w="19050">
              <a:solidFill>
                <a:srgbClr val="BFBFB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rgbClr val="3F3F3F"/>
                </a:solidFill>
                <a:latin typeface="Open Sans"/>
                <a:ea typeface="Open Sans"/>
                <a:cs typeface="Open Sans"/>
                <a:sym typeface="Open Sans"/>
              </a:endParaRPr>
            </a:p>
          </p:txBody>
        </p:sp>
        <p:sp>
          <p:nvSpPr>
            <p:cNvPr id="652" name="Google Shape;652;p73"/>
            <p:cNvSpPr txBox="1"/>
            <p:nvPr/>
          </p:nvSpPr>
          <p:spPr>
            <a:xfrm>
              <a:off x="10243189" y="611766"/>
              <a:ext cx="490840" cy="200055"/>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3F3F3F"/>
                  </a:solidFill>
                  <a:latin typeface="Open Sans"/>
                  <a:ea typeface="Open Sans"/>
                  <a:cs typeface="Open Sans"/>
                  <a:sym typeface="Open Sans"/>
                </a:rPr>
                <a:t>Stage 1</a:t>
              </a:r>
              <a:endParaRPr b="0" i="0" sz="1100" u="none" cap="none" strike="noStrike">
                <a:solidFill>
                  <a:srgbClr val="000000"/>
                </a:solidFill>
                <a:latin typeface="Arial"/>
                <a:ea typeface="Arial"/>
                <a:cs typeface="Arial"/>
                <a:sym typeface="Arial"/>
              </a:endParaRPr>
            </a:p>
          </p:txBody>
        </p:sp>
        <p:sp>
          <p:nvSpPr>
            <p:cNvPr id="653" name="Google Shape;653;p73"/>
            <p:cNvSpPr txBox="1"/>
            <p:nvPr/>
          </p:nvSpPr>
          <p:spPr>
            <a:xfrm>
              <a:off x="10638980" y="611766"/>
              <a:ext cx="490840" cy="200055"/>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3F3F3F"/>
                  </a:solidFill>
                  <a:latin typeface="Open Sans"/>
                  <a:ea typeface="Open Sans"/>
                  <a:cs typeface="Open Sans"/>
                  <a:sym typeface="Open Sans"/>
                </a:rPr>
                <a:t>Stage 2</a:t>
              </a:r>
              <a:endParaRPr b="0" i="0" sz="1100" u="none" cap="none" strike="noStrike">
                <a:solidFill>
                  <a:srgbClr val="000000"/>
                </a:solidFill>
                <a:latin typeface="Arial"/>
                <a:ea typeface="Arial"/>
                <a:cs typeface="Arial"/>
                <a:sym typeface="Arial"/>
              </a:endParaRPr>
            </a:p>
          </p:txBody>
        </p:sp>
        <p:sp>
          <p:nvSpPr>
            <p:cNvPr id="654" name="Google Shape;654;p73"/>
            <p:cNvSpPr txBox="1"/>
            <p:nvPr/>
          </p:nvSpPr>
          <p:spPr>
            <a:xfrm>
              <a:off x="11034771" y="611766"/>
              <a:ext cx="490840" cy="200055"/>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3F3F3F"/>
                  </a:solidFill>
                  <a:latin typeface="Open Sans"/>
                  <a:ea typeface="Open Sans"/>
                  <a:cs typeface="Open Sans"/>
                  <a:sym typeface="Open Sans"/>
                </a:rPr>
                <a:t>Stage 3</a:t>
              </a:r>
              <a:endParaRPr b="0" i="0" sz="1100" u="none" cap="none" strike="noStrike">
                <a:solidFill>
                  <a:srgbClr val="000000"/>
                </a:solidFill>
                <a:latin typeface="Arial"/>
                <a:ea typeface="Arial"/>
                <a:cs typeface="Arial"/>
                <a:sym typeface="Arial"/>
              </a:endParaRPr>
            </a:p>
          </p:txBody>
        </p:sp>
        <p:sp>
          <p:nvSpPr>
            <p:cNvPr id="655" name="Google Shape;655;p73"/>
            <p:cNvSpPr txBox="1"/>
            <p:nvPr/>
          </p:nvSpPr>
          <p:spPr>
            <a:xfrm>
              <a:off x="11422015" y="611766"/>
              <a:ext cx="490840" cy="200055"/>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3F3F3F"/>
                  </a:solidFill>
                  <a:latin typeface="Open Sans"/>
                  <a:ea typeface="Open Sans"/>
                  <a:cs typeface="Open Sans"/>
                  <a:sym typeface="Open Sans"/>
                </a:rPr>
                <a:t>Stage 4</a:t>
              </a:r>
              <a:endParaRPr b="0" i="0" sz="1100" u="none" cap="none" strike="noStrike">
                <a:solidFill>
                  <a:srgbClr val="000000"/>
                </a:solidFill>
                <a:latin typeface="Arial"/>
                <a:ea typeface="Arial"/>
                <a:cs typeface="Arial"/>
                <a:sym typeface="Arial"/>
              </a:endParaRPr>
            </a:p>
          </p:txBody>
        </p:sp>
      </p:grpSp>
      <p:grpSp>
        <p:nvGrpSpPr>
          <p:cNvPr id="656" name="Google Shape;656;p73"/>
          <p:cNvGrpSpPr/>
          <p:nvPr/>
        </p:nvGrpSpPr>
        <p:grpSpPr>
          <a:xfrm>
            <a:off x="255752" y="363084"/>
            <a:ext cx="1229406" cy="254215"/>
            <a:chOff x="10268827" y="472868"/>
            <a:chExt cx="1639208" cy="338953"/>
          </a:xfrm>
        </p:grpSpPr>
        <p:cxnSp>
          <p:nvCxnSpPr>
            <p:cNvPr id="657" name="Google Shape;657;p73"/>
            <p:cNvCxnSpPr/>
            <p:nvPr/>
          </p:nvCxnSpPr>
          <p:spPr>
            <a:xfrm>
              <a:off x="10498514" y="519869"/>
              <a:ext cx="1162228" cy="0"/>
            </a:xfrm>
            <a:prstGeom prst="straightConnector1">
              <a:avLst/>
            </a:prstGeom>
            <a:noFill/>
            <a:ln cap="flat" cmpd="sng" w="19050">
              <a:solidFill>
                <a:srgbClr val="BFBFBF"/>
              </a:solidFill>
              <a:prstDash val="solid"/>
              <a:miter lim="800000"/>
              <a:headEnd len="sm" w="sm" type="none"/>
              <a:tailEnd len="sm" w="sm" type="none"/>
            </a:ln>
          </p:spPr>
        </p:cxnSp>
        <p:sp>
          <p:nvSpPr>
            <p:cNvPr id="658" name="Google Shape;658;p73"/>
            <p:cNvSpPr/>
            <p:nvPr/>
          </p:nvSpPr>
          <p:spPr>
            <a:xfrm>
              <a:off x="10442963" y="472868"/>
              <a:ext cx="94003" cy="94002"/>
            </a:xfrm>
            <a:prstGeom prst="ellipse">
              <a:avLst/>
            </a:prstGeom>
            <a:solidFill>
              <a:schemeClr val="lt1"/>
            </a:solidFill>
            <a:ln cap="flat" cmpd="sng" w="19050">
              <a:solidFill>
                <a:srgbClr val="BFBFB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rgbClr val="3F3F3F"/>
                </a:solidFill>
                <a:latin typeface="Open Sans"/>
                <a:ea typeface="Open Sans"/>
                <a:cs typeface="Open Sans"/>
                <a:sym typeface="Open Sans"/>
              </a:endParaRPr>
            </a:p>
          </p:txBody>
        </p:sp>
        <p:sp>
          <p:nvSpPr>
            <p:cNvPr id="659" name="Google Shape;659;p73"/>
            <p:cNvSpPr/>
            <p:nvPr/>
          </p:nvSpPr>
          <p:spPr>
            <a:xfrm>
              <a:off x="10834646" y="472868"/>
              <a:ext cx="94003" cy="94002"/>
            </a:xfrm>
            <a:prstGeom prst="ellipse">
              <a:avLst/>
            </a:prstGeom>
            <a:solidFill>
              <a:schemeClr val="lt1"/>
            </a:solidFill>
            <a:ln cap="flat" cmpd="sng" w="19050">
              <a:solidFill>
                <a:srgbClr val="BFBFB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rgbClr val="3F3F3F"/>
                </a:solidFill>
                <a:latin typeface="Open Sans"/>
                <a:ea typeface="Open Sans"/>
                <a:cs typeface="Open Sans"/>
                <a:sym typeface="Open Sans"/>
              </a:endParaRPr>
            </a:p>
          </p:txBody>
        </p:sp>
        <p:sp>
          <p:nvSpPr>
            <p:cNvPr id="660" name="Google Shape;660;p73"/>
            <p:cNvSpPr/>
            <p:nvPr/>
          </p:nvSpPr>
          <p:spPr>
            <a:xfrm>
              <a:off x="11226329" y="472868"/>
              <a:ext cx="94003" cy="94002"/>
            </a:xfrm>
            <a:prstGeom prst="ellipse">
              <a:avLst/>
            </a:prstGeom>
            <a:solidFill>
              <a:schemeClr val="lt1"/>
            </a:solidFill>
            <a:ln cap="flat" cmpd="sng" w="19050">
              <a:solidFill>
                <a:srgbClr val="BFBFB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rgbClr val="3F3F3F"/>
                </a:solidFill>
                <a:latin typeface="Open Sans"/>
                <a:ea typeface="Open Sans"/>
                <a:cs typeface="Open Sans"/>
                <a:sym typeface="Open Sans"/>
              </a:endParaRPr>
            </a:p>
          </p:txBody>
        </p:sp>
        <p:sp>
          <p:nvSpPr>
            <p:cNvPr id="661" name="Google Shape;661;p73"/>
            <p:cNvSpPr/>
            <p:nvPr/>
          </p:nvSpPr>
          <p:spPr>
            <a:xfrm>
              <a:off x="11618012" y="472868"/>
              <a:ext cx="94003" cy="94002"/>
            </a:xfrm>
            <a:prstGeom prst="ellipse">
              <a:avLst/>
            </a:prstGeom>
            <a:solidFill>
              <a:srgbClr val="FC9C0C"/>
            </a:solidFill>
            <a:ln cap="flat" cmpd="sng" w="19050">
              <a:solidFill>
                <a:srgbClr val="BFBFBF"/>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rgbClr val="3F3F3F"/>
                </a:solidFill>
                <a:latin typeface="Open Sans"/>
                <a:ea typeface="Open Sans"/>
                <a:cs typeface="Open Sans"/>
                <a:sym typeface="Open Sans"/>
              </a:endParaRPr>
            </a:p>
          </p:txBody>
        </p:sp>
        <p:sp>
          <p:nvSpPr>
            <p:cNvPr id="662" name="Google Shape;662;p73"/>
            <p:cNvSpPr txBox="1"/>
            <p:nvPr/>
          </p:nvSpPr>
          <p:spPr>
            <a:xfrm>
              <a:off x="10268827" y="611766"/>
              <a:ext cx="470000" cy="200055"/>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3F3F3F"/>
                  </a:solidFill>
                  <a:latin typeface="Open Sans"/>
                  <a:ea typeface="Open Sans"/>
                  <a:cs typeface="Open Sans"/>
                  <a:sym typeface="Open Sans"/>
                </a:rPr>
                <a:t>Design</a:t>
              </a:r>
              <a:endParaRPr b="0" i="0" sz="1100" u="none" cap="none" strike="noStrike">
                <a:solidFill>
                  <a:srgbClr val="000000"/>
                </a:solidFill>
                <a:latin typeface="Arial"/>
                <a:ea typeface="Arial"/>
                <a:cs typeface="Arial"/>
                <a:sym typeface="Arial"/>
              </a:endParaRPr>
            </a:p>
          </p:txBody>
        </p:sp>
        <p:sp>
          <p:nvSpPr>
            <p:cNvPr id="663" name="Google Shape;663;p73"/>
            <p:cNvSpPr txBox="1"/>
            <p:nvPr/>
          </p:nvSpPr>
          <p:spPr>
            <a:xfrm>
              <a:off x="10724437" y="611766"/>
              <a:ext cx="311304" cy="200055"/>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3F3F3F"/>
                  </a:solidFill>
                  <a:latin typeface="Open Sans"/>
                  <a:ea typeface="Open Sans"/>
                  <a:cs typeface="Open Sans"/>
                  <a:sym typeface="Open Sans"/>
                </a:rPr>
                <a:t>QA</a:t>
              </a:r>
              <a:endParaRPr b="0" i="0" sz="1100" u="none" cap="none" strike="noStrike">
                <a:solidFill>
                  <a:srgbClr val="000000"/>
                </a:solidFill>
                <a:latin typeface="Arial"/>
                <a:ea typeface="Arial"/>
                <a:cs typeface="Arial"/>
                <a:sym typeface="Arial"/>
              </a:endParaRPr>
            </a:p>
          </p:txBody>
        </p:sp>
        <p:sp>
          <p:nvSpPr>
            <p:cNvPr id="664" name="Google Shape;664;p73"/>
            <p:cNvSpPr txBox="1"/>
            <p:nvPr/>
          </p:nvSpPr>
          <p:spPr>
            <a:xfrm>
              <a:off x="11034771" y="611766"/>
              <a:ext cx="487634" cy="200055"/>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3F3F3F"/>
                  </a:solidFill>
                  <a:latin typeface="Open Sans"/>
                  <a:ea typeface="Open Sans"/>
                  <a:cs typeface="Open Sans"/>
                  <a:sym typeface="Open Sans"/>
                </a:rPr>
                <a:t>Launch</a:t>
              </a:r>
              <a:endParaRPr b="0" i="0" sz="1100" u="none" cap="none" strike="noStrike">
                <a:solidFill>
                  <a:srgbClr val="000000"/>
                </a:solidFill>
                <a:latin typeface="Arial"/>
                <a:ea typeface="Arial"/>
                <a:cs typeface="Arial"/>
                <a:sym typeface="Arial"/>
              </a:endParaRPr>
            </a:p>
          </p:txBody>
        </p:sp>
        <p:sp>
          <p:nvSpPr>
            <p:cNvPr id="665" name="Google Shape;665;p73"/>
            <p:cNvSpPr txBox="1"/>
            <p:nvPr/>
          </p:nvSpPr>
          <p:spPr>
            <a:xfrm>
              <a:off x="11447653" y="611766"/>
              <a:ext cx="460382" cy="200055"/>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500"/>
                <a:buFont typeface="Arial"/>
                <a:buNone/>
              </a:pPr>
              <a:r>
                <a:rPr b="0" i="0" lang="en" sz="500" u="none" cap="none" strike="noStrike">
                  <a:solidFill>
                    <a:srgbClr val="3F3F3F"/>
                  </a:solidFill>
                  <a:latin typeface="Open Sans"/>
                  <a:ea typeface="Open Sans"/>
                  <a:cs typeface="Open Sans"/>
                  <a:sym typeface="Open Sans"/>
                </a:rPr>
                <a:t>Iterate</a:t>
              </a:r>
              <a:endParaRPr b="0" i="0" sz="1100" u="none" cap="none" strike="noStrike">
                <a:solidFill>
                  <a:srgbClr val="000000"/>
                </a:solidFill>
                <a:latin typeface="Arial"/>
                <a:ea typeface="Arial"/>
                <a:cs typeface="Arial"/>
                <a:sym typeface="Arial"/>
              </a:endParaRPr>
            </a:p>
          </p:txBody>
        </p:sp>
      </p:grpSp>
      <p:sp>
        <p:nvSpPr>
          <p:cNvPr id="666" name="Google Shape;666;p73"/>
          <p:cNvSpPr/>
          <p:nvPr/>
        </p:nvSpPr>
        <p:spPr>
          <a:xfrm rot="5400000">
            <a:off x="-877772" y="2657971"/>
            <a:ext cx="3256781" cy="34289"/>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667" name="Google Shape;667;p73"/>
          <p:cNvSpPr/>
          <p:nvPr/>
        </p:nvSpPr>
        <p:spPr>
          <a:xfrm rot="10800000">
            <a:off x="1315219" y="1913113"/>
            <a:ext cx="3256781" cy="34289"/>
          </a:xfrm>
          <a:prstGeom prst="rect">
            <a:avLst/>
          </a:prstGeom>
          <a:solidFill>
            <a:schemeClr val="accent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1" name="Shape 671"/>
        <p:cNvGrpSpPr/>
        <p:nvPr/>
      </p:nvGrpSpPr>
      <p:grpSpPr>
        <a:xfrm>
          <a:off x="0" y="0"/>
          <a:ext cx="0" cy="0"/>
          <a:chOff x="0" y="0"/>
          <a:chExt cx="0" cy="0"/>
        </a:xfrm>
      </p:grpSpPr>
      <p:grpSp>
        <p:nvGrpSpPr>
          <p:cNvPr id="672" name="Google Shape;672;p74"/>
          <p:cNvGrpSpPr/>
          <p:nvPr/>
        </p:nvGrpSpPr>
        <p:grpSpPr>
          <a:xfrm>
            <a:off x="7967920" y="459615"/>
            <a:ext cx="435589" cy="3013349"/>
            <a:chOff x="10592363" y="612820"/>
            <a:chExt cx="580785" cy="4017799"/>
          </a:xfrm>
        </p:grpSpPr>
        <p:pic>
          <p:nvPicPr>
            <p:cNvPr id="673" name="Google Shape;673;p74"/>
            <p:cNvPicPr preferRelativeResize="0"/>
            <p:nvPr/>
          </p:nvPicPr>
          <p:blipFill rotWithShape="1">
            <a:blip r:embed="rId3">
              <a:alphaModFix/>
            </a:blip>
            <a:srcRect b="0" l="0" r="0" t="0"/>
            <a:stretch/>
          </p:blipFill>
          <p:spPr>
            <a:xfrm>
              <a:off x="10592363" y="1762954"/>
              <a:ext cx="571500" cy="571500"/>
            </a:xfrm>
            <a:prstGeom prst="rect">
              <a:avLst/>
            </a:prstGeom>
            <a:noFill/>
            <a:ln>
              <a:noFill/>
            </a:ln>
          </p:spPr>
        </p:pic>
        <p:pic>
          <p:nvPicPr>
            <p:cNvPr id="674" name="Google Shape;674;p74"/>
            <p:cNvPicPr preferRelativeResize="0"/>
            <p:nvPr/>
          </p:nvPicPr>
          <p:blipFill rotWithShape="1">
            <a:blip r:embed="rId4">
              <a:alphaModFix/>
            </a:blip>
            <a:srcRect b="0" l="0" r="0" t="0"/>
            <a:stretch/>
          </p:blipFill>
          <p:spPr>
            <a:xfrm>
              <a:off x="10597006" y="2908985"/>
              <a:ext cx="571500" cy="571500"/>
            </a:xfrm>
            <a:prstGeom prst="rect">
              <a:avLst/>
            </a:prstGeom>
            <a:noFill/>
            <a:ln>
              <a:noFill/>
            </a:ln>
          </p:spPr>
        </p:pic>
        <p:pic>
          <p:nvPicPr>
            <p:cNvPr id="675" name="Google Shape;675;p74"/>
            <p:cNvPicPr preferRelativeResize="0"/>
            <p:nvPr/>
          </p:nvPicPr>
          <p:blipFill rotWithShape="1">
            <a:blip r:embed="rId5">
              <a:alphaModFix/>
            </a:blip>
            <a:srcRect b="0" l="0" r="0" t="0"/>
            <a:stretch/>
          </p:blipFill>
          <p:spPr>
            <a:xfrm>
              <a:off x="10601648" y="612820"/>
              <a:ext cx="571500" cy="571500"/>
            </a:xfrm>
            <a:prstGeom prst="rect">
              <a:avLst/>
            </a:prstGeom>
            <a:noFill/>
            <a:ln>
              <a:noFill/>
            </a:ln>
          </p:spPr>
        </p:pic>
        <p:pic>
          <p:nvPicPr>
            <p:cNvPr id="676" name="Google Shape;676;p74"/>
            <p:cNvPicPr preferRelativeResize="0"/>
            <p:nvPr/>
          </p:nvPicPr>
          <p:blipFill rotWithShape="1">
            <a:blip r:embed="rId6">
              <a:alphaModFix/>
            </a:blip>
            <a:srcRect b="0" l="0" r="0" t="0"/>
            <a:stretch/>
          </p:blipFill>
          <p:spPr>
            <a:xfrm>
              <a:off x="10592363" y="4059119"/>
              <a:ext cx="571500" cy="571500"/>
            </a:xfrm>
            <a:prstGeom prst="rect">
              <a:avLst/>
            </a:prstGeom>
            <a:noFill/>
            <a:ln>
              <a:noFill/>
            </a:ln>
          </p:spPr>
        </p:pic>
      </p:grpSp>
      <p:pic>
        <p:nvPicPr>
          <p:cNvPr id="677" name="Google Shape;677;p74"/>
          <p:cNvPicPr preferRelativeResize="0"/>
          <p:nvPr/>
        </p:nvPicPr>
        <p:blipFill rotWithShape="1">
          <a:blip r:embed="rId7">
            <a:alphaModFix/>
          </a:blip>
          <a:srcRect b="0" l="0" r="0" t="0"/>
          <a:stretch/>
        </p:blipFill>
        <p:spPr>
          <a:xfrm>
            <a:off x="709150" y="1322216"/>
            <a:ext cx="428625" cy="428625"/>
          </a:xfrm>
          <a:prstGeom prst="rect">
            <a:avLst/>
          </a:prstGeom>
          <a:noFill/>
          <a:ln>
            <a:noFill/>
          </a:ln>
        </p:spPr>
      </p:pic>
      <p:pic>
        <p:nvPicPr>
          <p:cNvPr id="678" name="Google Shape;678;p74"/>
          <p:cNvPicPr preferRelativeResize="0"/>
          <p:nvPr/>
        </p:nvPicPr>
        <p:blipFill rotWithShape="1">
          <a:blip r:embed="rId8">
            <a:alphaModFix/>
          </a:blip>
          <a:srcRect b="0" l="0" r="0" t="0"/>
          <a:stretch/>
        </p:blipFill>
        <p:spPr>
          <a:xfrm>
            <a:off x="709150" y="2181739"/>
            <a:ext cx="428625" cy="428625"/>
          </a:xfrm>
          <a:prstGeom prst="rect">
            <a:avLst/>
          </a:prstGeom>
          <a:noFill/>
          <a:ln>
            <a:noFill/>
          </a:ln>
        </p:spPr>
      </p:pic>
      <p:pic>
        <p:nvPicPr>
          <p:cNvPr id="679" name="Google Shape;679;p74"/>
          <p:cNvPicPr preferRelativeResize="0"/>
          <p:nvPr/>
        </p:nvPicPr>
        <p:blipFill rotWithShape="1">
          <a:blip r:embed="rId9">
            <a:alphaModFix/>
          </a:blip>
          <a:srcRect b="0" l="0" r="0" t="0"/>
          <a:stretch/>
        </p:blipFill>
        <p:spPr>
          <a:xfrm>
            <a:off x="709150" y="459615"/>
            <a:ext cx="428625" cy="428625"/>
          </a:xfrm>
          <a:prstGeom prst="rect">
            <a:avLst/>
          </a:prstGeom>
          <a:noFill/>
          <a:ln>
            <a:noFill/>
          </a:ln>
        </p:spPr>
      </p:pic>
      <p:pic>
        <p:nvPicPr>
          <p:cNvPr id="680" name="Google Shape;680;p74"/>
          <p:cNvPicPr preferRelativeResize="0"/>
          <p:nvPr/>
        </p:nvPicPr>
        <p:blipFill rotWithShape="1">
          <a:blip r:embed="rId10">
            <a:alphaModFix/>
          </a:blip>
          <a:srcRect b="0" l="0" r="0" t="0"/>
          <a:stretch/>
        </p:blipFill>
        <p:spPr>
          <a:xfrm>
            <a:off x="709150" y="3042864"/>
            <a:ext cx="428625" cy="428625"/>
          </a:xfrm>
          <a:prstGeom prst="rect">
            <a:avLst/>
          </a:prstGeom>
          <a:noFill/>
          <a:ln>
            <a:noFill/>
          </a:ln>
        </p:spPr>
      </p:pic>
      <p:pic>
        <p:nvPicPr>
          <p:cNvPr id="681" name="Google Shape;681;p74"/>
          <p:cNvPicPr preferRelativeResize="0"/>
          <p:nvPr/>
        </p:nvPicPr>
        <p:blipFill rotWithShape="1">
          <a:blip r:embed="rId11">
            <a:alphaModFix/>
          </a:blip>
          <a:srcRect b="0" l="0" r="0" t="0"/>
          <a:stretch/>
        </p:blipFill>
        <p:spPr>
          <a:xfrm>
            <a:off x="709150" y="3897324"/>
            <a:ext cx="428625" cy="428625"/>
          </a:xfrm>
          <a:prstGeom prst="rect">
            <a:avLst/>
          </a:prstGeom>
          <a:noFill/>
          <a:ln>
            <a:noFill/>
          </a:ln>
        </p:spPr>
      </p:pic>
      <p:grpSp>
        <p:nvGrpSpPr>
          <p:cNvPr id="682" name="Google Shape;682;p74"/>
          <p:cNvGrpSpPr/>
          <p:nvPr/>
        </p:nvGrpSpPr>
        <p:grpSpPr>
          <a:xfrm>
            <a:off x="2166532" y="462929"/>
            <a:ext cx="437796" cy="3875190"/>
            <a:chOff x="2827813" y="617239"/>
            <a:chExt cx="583728" cy="5166920"/>
          </a:xfrm>
        </p:grpSpPr>
        <p:pic>
          <p:nvPicPr>
            <p:cNvPr id="683" name="Google Shape;683;p74"/>
            <p:cNvPicPr preferRelativeResize="0"/>
            <p:nvPr/>
          </p:nvPicPr>
          <p:blipFill rotWithShape="1">
            <a:blip r:embed="rId12">
              <a:alphaModFix/>
            </a:blip>
            <a:srcRect b="0" l="0" r="0" t="0"/>
            <a:stretch/>
          </p:blipFill>
          <p:spPr>
            <a:xfrm>
              <a:off x="2830756" y="1762954"/>
              <a:ext cx="571500" cy="571500"/>
            </a:xfrm>
            <a:prstGeom prst="rect">
              <a:avLst/>
            </a:prstGeom>
            <a:noFill/>
            <a:ln>
              <a:noFill/>
            </a:ln>
          </p:spPr>
        </p:pic>
        <p:pic>
          <p:nvPicPr>
            <p:cNvPr id="684" name="Google Shape;684;p74"/>
            <p:cNvPicPr preferRelativeResize="0"/>
            <p:nvPr/>
          </p:nvPicPr>
          <p:blipFill rotWithShape="1">
            <a:blip r:embed="rId13">
              <a:alphaModFix/>
            </a:blip>
            <a:srcRect b="0" l="0" r="0" t="0"/>
            <a:stretch/>
          </p:blipFill>
          <p:spPr>
            <a:xfrm>
              <a:off x="2830756" y="2908985"/>
              <a:ext cx="571500" cy="571500"/>
            </a:xfrm>
            <a:prstGeom prst="rect">
              <a:avLst/>
            </a:prstGeom>
            <a:noFill/>
            <a:ln>
              <a:noFill/>
            </a:ln>
          </p:spPr>
        </p:pic>
        <p:pic>
          <p:nvPicPr>
            <p:cNvPr id="685" name="Google Shape;685;p74"/>
            <p:cNvPicPr preferRelativeResize="0"/>
            <p:nvPr/>
          </p:nvPicPr>
          <p:blipFill rotWithShape="1">
            <a:blip r:embed="rId14">
              <a:alphaModFix/>
            </a:blip>
            <a:srcRect b="0" l="0" r="0" t="0"/>
            <a:stretch/>
          </p:blipFill>
          <p:spPr>
            <a:xfrm>
              <a:off x="2840041" y="617239"/>
              <a:ext cx="571500" cy="571500"/>
            </a:xfrm>
            <a:prstGeom prst="rect">
              <a:avLst/>
            </a:prstGeom>
            <a:noFill/>
            <a:ln>
              <a:noFill/>
            </a:ln>
          </p:spPr>
        </p:pic>
        <p:pic>
          <p:nvPicPr>
            <p:cNvPr id="686" name="Google Shape;686;p74"/>
            <p:cNvPicPr preferRelativeResize="0"/>
            <p:nvPr/>
          </p:nvPicPr>
          <p:blipFill rotWithShape="1">
            <a:blip r:embed="rId15">
              <a:alphaModFix/>
            </a:blip>
            <a:srcRect b="0" l="0" r="0" t="0"/>
            <a:stretch/>
          </p:blipFill>
          <p:spPr>
            <a:xfrm>
              <a:off x="2827813" y="4058388"/>
              <a:ext cx="571500" cy="571500"/>
            </a:xfrm>
            <a:prstGeom prst="rect">
              <a:avLst/>
            </a:prstGeom>
            <a:noFill/>
            <a:ln>
              <a:noFill/>
            </a:ln>
          </p:spPr>
        </p:pic>
        <p:pic>
          <p:nvPicPr>
            <p:cNvPr id="687" name="Google Shape;687;p74"/>
            <p:cNvPicPr preferRelativeResize="0"/>
            <p:nvPr/>
          </p:nvPicPr>
          <p:blipFill rotWithShape="1">
            <a:blip r:embed="rId16">
              <a:alphaModFix/>
            </a:blip>
            <a:srcRect b="0" l="0" r="0" t="0"/>
            <a:stretch/>
          </p:blipFill>
          <p:spPr>
            <a:xfrm>
              <a:off x="2836185" y="5212659"/>
              <a:ext cx="571500" cy="571500"/>
            </a:xfrm>
            <a:prstGeom prst="rect">
              <a:avLst/>
            </a:prstGeom>
            <a:noFill/>
            <a:ln>
              <a:noFill/>
            </a:ln>
          </p:spPr>
        </p:pic>
      </p:grpSp>
      <p:grpSp>
        <p:nvGrpSpPr>
          <p:cNvPr id="688" name="Google Shape;688;p74"/>
          <p:cNvGrpSpPr/>
          <p:nvPr/>
        </p:nvGrpSpPr>
        <p:grpSpPr>
          <a:xfrm>
            <a:off x="3618240" y="459615"/>
            <a:ext cx="436769" cy="3878504"/>
            <a:chOff x="4694958" y="612820"/>
            <a:chExt cx="582358" cy="5171339"/>
          </a:xfrm>
        </p:grpSpPr>
        <p:pic>
          <p:nvPicPr>
            <p:cNvPr id="689" name="Google Shape;689;p74"/>
            <p:cNvPicPr preferRelativeResize="0"/>
            <p:nvPr/>
          </p:nvPicPr>
          <p:blipFill rotWithShape="1">
            <a:blip r:embed="rId17">
              <a:alphaModFix/>
            </a:blip>
            <a:srcRect b="0" l="0" r="0" t="0"/>
            <a:stretch/>
          </p:blipFill>
          <p:spPr>
            <a:xfrm>
              <a:off x="4694958" y="1762954"/>
              <a:ext cx="571500" cy="571500"/>
            </a:xfrm>
            <a:prstGeom prst="rect">
              <a:avLst/>
            </a:prstGeom>
            <a:noFill/>
            <a:ln>
              <a:noFill/>
            </a:ln>
          </p:spPr>
        </p:pic>
        <p:pic>
          <p:nvPicPr>
            <p:cNvPr id="690" name="Google Shape;690;p74"/>
            <p:cNvPicPr preferRelativeResize="0"/>
            <p:nvPr/>
          </p:nvPicPr>
          <p:blipFill rotWithShape="1">
            <a:blip r:embed="rId18">
              <a:alphaModFix/>
            </a:blip>
            <a:srcRect b="0" l="0" r="0" t="0"/>
            <a:stretch/>
          </p:blipFill>
          <p:spPr>
            <a:xfrm>
              <a:off x="4694958" y="2908985"/>
              <a:ext cx="571500" cy="571500"/>
            </a:xfrm>
            <a:prstGeom prst="rect">
              <a:avLst/>
            </a:prstGeom>
            <a:noFill/>
            <a:ln>
              <a:noFill/>
            </a:ln>
          </p:spPr>
        </p:pic>
        <p:pic>
          <p:nvPicPr>
            <p:cNvPr id="691" name="Google Shape;691;p74"/>
            <p:cNvPicPr preferRelativeResize="0"/>
            <p:nvPr/>
          </p:nvPicPr>
          <p:blipFill rotWithShape="1">
            <a:blip r:embed="rId19">
              <a:alphaModFix/>
            </a:blip>
            <a:srcRect b="0" l="0" r="0" t="0"/>
            <a:stretch/>
          </p:blipFill>
          <p:spPr>
            <a:xfrm>
              <a:off x="4704243" y="612820"/>
              <a:ext cx="571500" cy="571500"/>
            </a:xfrm>
            <a:prstGeom prst="rect">
              <a:avLst/>
            </a:prstGeom>
            <a:noFill/>
            <a:ln>
              <a:noFill/>
            </a:ln>
          </p:spPr>
        </p:pic>
        <p:pic>
          <p:nvPicPr>
            <p:cNvPr id="692" name="Google Shape;692;p74"/>
            <p:cNvPicPr preferRelativeResize="0"/>
            <p:nvPr/>
          </p:nvPicPr>
          <p:blipFill rotWithShape="1">
            <a:blip r:embed="rId20">
              <a:alphaModFix/>
            </a:blip>
            <a:srcRect b="0" l="0" r="0" t="0"/>
            <a:stretch/>
          </p:blipFill>
          <p:spPr>
            <a:xfrm>
              <a:off x="4698129" y="4055016"/>
              <a:ext cx="571500" cy="571500"/>
            </a:xfrm>
            <a:prstGeom prst="rect">
              <a:avLst/>
            </a:prstGeom>
            <a:noFill/>
            <a:ln>
              <a:noFill/>
            </a:ln>
          </p:spPr>
        </p:pic>
        <p:pic>
          <p:nvPicPr>
            <p:cNvPr id="693" name="Google Shape;693;p74"/>
            <p:cNvPicPr preferRelativeResize="0"/>
            <p:nvPr/>
          </p:nvPicPr>
          <p:blipFill rotWithShape="1">
            <a:blip r:embed="rId21">
              <a:alphaModFix/>
            </a:blip>
            <a:srcRect b="0" l="0" r="0" t="0"/>
            <a:stretch/>
          </p:blipFill>
          <p:spPr>
            <a:xfrm>
              <a:off x="4705816" y="5212659"/>
              <a:ext cx="571500" cy="571500"/>
            </a:xfrm>
            <a:prstGeom prst="rect">
              <a:avLst/>
            </a:prstGeom>
            <a:noFill/>
            <a:ln>
              <a:noFill/>
            </a:ln>
          </p:spPr>
        </p:pic>
      </p:grpSp>
      <p:grpSp>
        <p:nvGrpSpPr>
          <p:cNvPr id="694" name="Google Shape;694;p74"/>
          <p:cNvGrpSpPr/>
          <p:nvPr/>
        </p:nvGrpSpPr>
        <p:grpSpPr>
          <a:xfrm>
            <a:off x="5068920" y="459615"/>
            <a:ext cx="435589" cy="3866334"/>
            <a:chOff x="6559160" y="612820"/>
            <a:chExt cx="580785" cy="5155112"/>
          </a:xfrm>
        </p:grpSpPr>
        <p:pic>
          <p:nvPicPr>
            <p:cNvPr id="695" name="Google Shape;695;p74"/>
            <p:cNvPicPr preferRelativeResize="0"/>
            <p:nvPr/>
          </p:nvPicPr>
          <p:blipFill rotWithShape="1">
            <a:blip r:embed="rId22">
              <a:alphaModFix/>
            </a:blip>
            <a:srcRect b="0" l="0" r="0" t="0"/>
            <a:stretch/>
          </p:blipFill>
          <p:spPr>
            <a:xfrm>
              <a:off x="6559160" y="1762954"/>
              <a:ext cx="571500" cy="571500"/>
            </a:xfrm>
            <a:prstGeom prst="rect">
              <a:avLst/>
            </a:prstGeom>
            <a:noFill/>
            <a:ln>
              <a:noFill/>
            </a:ln>
          </p:spPr>
        </p:pic>
        <p:pic>
          <p:nvPicPr>
            <p:cNvPr id="696" name="Google Shape;696;p74"/>
            <p:cNvPicPr preferRelativeResize="0"/>
            <p:nvPr/>
          </p:nvPicPr>
          <p:blipFill rotWithShape="1">
            <a:blip r:embed="rId23">
              <a:alphaModFix/>
            </a:blip>
            <a:srcRect b="0" l="0" r="0" t="0"/>
            <a:stretch/>
          </p:blipFill>
          <p:spPr>
            <a:xfrm>
              <a:off x="6559160" y="2908985"/>
              <a:ext cx="571500" cy="571500"/>
            </a:xfrm>
            <a:prstGeom prst="rect">
              <a:avLst/>
            </a:prstGeom>
            <a:noFill/>
            <a:ln>
              <a:noFill/>
            </a:ln>
          </p:spPr>
        </p:pic>
        <p:pic>
          <p:nvPicPr>
            <p:cNvPr id="697" name="Google Shape;697;p74"/>
            <p:cNvPicPr preferRelativeResize="0"/>
            <p:nvPr/>
          </p:nvPicPr>
          <p:blipFill rotWithShape="1">
            <a:blip r:embed="rId24">
              <a:alphaModFix/>
            </a:blip>
            <a:srcRect b="0" l="0" r="0" t="0"/>
            <a:stretch/>
          </p:blipFill>
          <p:spPr>
            <a:xfrm>
              <a:off x="6568445" y="612820"/>
              <a:ext cx="571500" cy="571500"/>
            </a:xfrm>
            <a:prstGeom prst="rect">
              <a:avLst/>
            </a:prstGeom>
            <a:noFill/>
            <a:ln>
              <a:noFill/>
            </a:ln>
          </p:spPr>
        </p:pic>
        <p:pic>
          <p:nvPicPr>
            <p:cNvPr id="698" name="Google Shape;698;p74"/>
            <p:cNvPicPr preferRelativeResize="0"/>
            <p:nvPr/>
          </p:nvPicPr>
          <p:blipFill rotWithShape="1">
            <a:blip r:embed="rId25">
              <a:alphaModFix/>
            </a:blip>
            <a:srcRect b="0" l="0" r="0" t="0"/>
            <a:stretch/>
          </p:blipFill>
          <p:spPr>
            <a:xfrm>
              <a:off x="6568445" y="4055016"/>
              <a:ext cx="571500" cy="571500"/>
            </a:xfrm>
            <a:prstGeom prst="rect">
              <a:avLst/>
            </a:prstGeom>
            <a:noFill/>
            <a:ln>
              <a:noFill/>
            </a:ln>
          </p:spPr>
        </p:pic>
        <p:pic>
          <p:nvPicPr>
            <p:cNvPr id="699" name="Google Shape;699;p74"/>
            <p:cNvPicPr preferRelativeResize="0"/>
            <p:nvPr/>
          </p:nvPicPr>
          <p:blipFill rotWithShape="1">
            <a:blip r:embed="rId26">
              <a:alphaModFix/>
            </a:blip>
            <a:srcRect b="0" l="0" r="0" t="0"/>
            <a:stretch/>
          </p:blipFill>
          <p:spPr>
            <a:xfrm>
              <a:off x="6568445" y="5196432"/>
              <a:ext cx="571500" cy="571500"/>
            </a:xfrm>
            <a:prstGeom prst="rect">
              <a:avLst/>
            </a:prstGeom>
            <a:noFill/>
            <a:ln>
              <a:noFill/>
            </a:ln>
          </p:spPr>
        </p:pic>
      </p:grpSp>
      <p:grpSp>
        <p:nvGrpSpPr>
          <p:cNvPr id="700" name="Google Shape;700;p74"/>
          <p:cNvGrpSpPr/>
          <p:nvPr/>
        </p:nvGrpSpPr>
        <p:grpSpPr>
          <a:xfrm>
            <a:off x="6518420" y="459615"/>
            <a:ext cx="435589" cy="3866334"/>
            <a:chOff x="8423362" y="612820"/>
            <a:chExt cx="580785" cy="5155112"/>
          </a:xfrm>
        </p:grpSpPr>
        <p:pic>
          <p:nvPicPr>
            <p:cNvPr id="701" name="Google Shape;701;p74"/>
            <p:cNvPicPr preferRelativeResize="0"/>
            <p:nvPr/>
          </p:nvPicPr>
          <p:blipFill rotWithShape="1">
            <a:blip r:embed="rId27">
              <a:alphaModFix/>
            </a:blip>
            <a:srcRect b="0" l="0" r="0" t="0"/>
            <a:stretch/>
          </p:blipFill>
          <p:spPr>
            <a:xfrm>
              <a:off x="8423362" y="1762954"/>
              <a:ext cx="571500" cy="571500"/>
            </a:xfrm>
            <a:prstGeom prst="rect">
              <a:avLst/>
            </a:prstGeom>
            <a:noFill/>
            <a:ln>
              <a:noFill/>
            </a:ln>
          </p:spPr>
        </p:pic>
        <p:pic>
          <p:nvPicPr>
            <p:cNvPr id="702" name="Google Shape;702;p74"/>
            <p:cNvPicPr preferRelativeResize="0"/>
            <p:nvPr/>
          </p:nvPicPr>
          <p:blipFill rotWithShape="1">
            <a:blip r:embed="rId28">
              <a:alphaModFix/>
            </a:blip>
            <a:srcRect b="0" l="0" r="0" t="0"/>
            <a:stretch/>
          </p:blipFill>
          <p:spPr>
            <a:xfrm>
              <a:off x="8423362" y="2908985"/>
              <a:ext cx="571500" cy="571500"/>
            </a:xfrm>
            <a:prstGeom prst="rect">
              <a:avLst/>
            </a:prstGeom>
            <a:noFill/>
            <a:ln>
              <a:noFill/>
            </a:ln>
          </p:spPr>
        </p:pic>
        <p:pic>
          <p:nvPicPr>
            <p:cNvPr id="703" name="Google Shape;703;p74"/>
            <p:cNvPicPr preferRelativeResize="0"/>
            <p:nvPr/>
          </p:nvPicPr>
          <p:blipFill rotWithShape="1">
            <a:blip r:embed="rId29">
              <a:alphaModFix/>
            </a:blip>
            <a:srcRect b="0" l="0" r="0" t="0"/>
            <a:stretch/>
          </p:blipFill>
          <p:spPr>
            <a:xfrm>
              <a:off x="8432647" y="612820"/>
              <a:ext cx="571500" cy="571500"/>
            </a:xfrm>
            <a:prstGeom prst="rect">
              <a:avLst/>
            </a:prstGeom>
            <a:noFill/>
            <a:ln>
              <a:noFill/>
            </a:ln>
          </p:spPr>
        </p:pic>
        <p:pic>
          <p:nvPicPr>
            <p:cNvPr id="704" name="Google Shape;704;p74"/>
            <p:cNvPicPr preferRelativeResize="0"/>
            <p:nvPr/>
          </p:nvPicPr>
          <p:blipFill rotWithShape="1">
            <a:blip r:embed="rId30">
              <a:alphaModFix/>
            </a:blip>
            <a:srcRect b="0" l="0" r="0" t="0"/>
            <a:stretch/>
          </p:blipFill>
          <p:spPr>
            <a:xfrm>
              <a:off x="8428004" y="4055016"/>
              <a:ext cx="571500" cy="571500"/>
            </a:xfrm>
            <a:prstGeom prst="rect">
              <a:avLst/>
            </a:prstGeom>
            <a:noFill/>
            <a:ln>
              <a:noFill/>
            </a:ln>
          </p:spPr>
        </p:pic>
        <p:pic>
          <p:nvPicPr>
            <p:cNvPr id="705" name="Google Shape;705;p74"/>
            <p:cNvPicPr preferRelativeResize="0"/>
            <p:nvPr/>
          </p:nvPicPr>
          <p:blipFill rotWithShape="1">
            <a:blip r:embed="rId31">
              <a:alphaModFix/>
            </a:blip>
            <a:srcRect b="0" l="0" r="0" t="0"/>
            <a:stretch/>
          </p:blipFill>
          <p:spPr>
            <a:xfrm>
              <a:off x="8432647" y="5196432"/>
              <a:ext cx="571500" cy="571500"/>
            </a:xfrm>
            <a:prstGeom prst="rect">
              <a:avLst/>
            </a:prstGeom>
            <a:noFill/>
            <a:ln>
              <a:noFill/>
            </a:ln>
          </p:spPr>
        </p:pic>
      </p:grpSp>
      <p:sp>
        <p:nvSpPr>
          <p:cNvPr id="706" name="Google Shape;706;p74"/>
          <p:cNvSpPr txBox="1"/>
          <p:nvPr/>
        </p:nvSpPr>
        <p:spPr>
          <a:xfrm>
            <a:off x="371669" y="921299"/>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database</a:t>
            </a:r>
            <a:endParaRPr b="0" i="0" sz="1100" u="none" cap="none" strike="noStrike">
              <a:solidFill>
                <a:srgbClr val="000000"/>
              </a:solidFill>
              <a:latin typeface="Arial"/>
              <a:ea typeface="Arial"/>
              <a:cs typeface="Arial"/>
              <a:sym typeface="Arial"/>
            </a:endParaRPr>
          </a:p>
        </p:txBody>
      </p:sp>
      <p:sp>
        <p:nvSpPr>
          <p:cNvPr id="707" name="Google Shape;707;p74"/>
          <p:cNvSpPr txBox="1"/>
          <p:nvPr/>
        </p:nvSpPr>
        <p:spPr>
          <a:xfrm>
            <a:off x="371669" y="1782490"/>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checkmark</a:t>
            </a:r>
            <a:endParaRPr b="0" i="0" sz="1100" u="none" cap="none" strike="noStrike">
              <a:solidFill>
                <a:srgbClr val="000000"/>
              </a:solidFill>
              <a:latin typeface="Arial"/>
              <a:ea typeface="Arial"/>
              <a:cs typeface="Arial"/>
              <a:sym typeface="Arial"/>
            </a:endParaRPr>
          </a:p>
        </p:txBody>
      </p:sp>
      <p:sp>
        <p:nvSpPr>
          <p:cNvPr id="708" name="Google Shape;708;p74"/>
          <p:cNvSpPr txBox="1"/>
          <p:nvPr/>
        </p:nvSpPr>
        <p:spPr>
          <a:xfrm>
            <a:off x="371669" y="2643682"/>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affirmative</a:t>
            </a:r>
            <a:endParaRPr b="0" i="0" sz="1100" u="none" cap="none" strike="noStrike">
              <a:solidFill>
                <a:srgbClr val="000000"/>
              </a:solidFill>
              <a:latin typeface="Arial"/>
              <a:ea typeface="Arial"/>
              <a:cs typeface="Arial"/>
              <a:sym typeface="Arial"/>
            </a:endParaRPr>
          </a:p>
        </p:txBody>
      </p:sp>
      <p:sp>
        <p:nvSpPr>
          <p:cNvPr id="709" name="Google Shape;709;p74"/>
          <p:cNvSpPr txBox="1"/>
          <p:nvPr/>
        </p:nvSpPr>
        <p:spPr>
          <a:xfrm>
            <a:off x="371669" y="3504873"/>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directional</a:t>
            </a:r>
            <a:endParaRPr b="0" i="0" sz="1100" u="none" cap="none" strike="noStrike">
              <a:solidFill>
                <a:srgbClr val="000000"/>
              </a:solidFill>
              <a:latin typeface="Arial"/>
              <a:ea typeface="Arial"/>
              <a:cs typeface="Arial"/>
              <a:sym typeface="Arial"/>
            </a:endParaRPr>
          </a:p>
        </p:txBody>
      </p:sp>
      <p:sp>
        <p:nvSpPr>
          <p:cNvPr id="710" name="Google Shape;710;p74"/>
          <p:cNvSpPr txBox="1"/>
          <p:nvPr/>
        </p:nvSpPr>
        <p:spPr>
          <a:xfrm>
            <a:off x="371669" y="4366065"/>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functionality</a:t>
            </a:r>
            <a:endParaRPr b="0" i="0" sz="1100" u="none" cap="none" strike="noStrike">
              <a:solidFill>
                <a:srgbClr val="000000"/>
              </a:solidFill>
              <a:latin typeface="Arial"/>
              <a:ea typeface="Arial"/>
              <a:cs typeface="Arial"/>
              <a:sym typeface="Arial"/>
            </a:endParaRPr>
          </a:p>
        </p:txBody>
      </p:sp>
      <p:sp>
        <p:nvSpPr>
          <p:cNvPr id="711" name="Google Shape;711;p74"/>
          <p:cNvSpPr txBox="1"/>
          <p:nvPr/>
        </p:nvSpPr>
        <p:spPr>
          <a:xfrm>
            <a:off x="1829980" y="921299"/>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data</a:t>
            </a:r>
            <a:endParaRPr b="0" i="0" sz="1100" u="none" cap="none" strike="noStrike">
              <a:solidFill>
                <a:srgbClr val="000000"/>
              </a:solidFill>
              <a:latin typeface="Arial"/>
              <a:ea typeface="Arial"/>
              <a:cs typeface="Arial"/>
              <a:sym typeface="Arial"/>
            </a:endParaRPr>
          </a:p>
        </p:txBody>
      </p:sp>
      <p:sp>
        <p:nvSpPr>
          <p:cNvPr id="712" name="Google Shape;712;p74"/>
          <p:cNvSpPr txBox="1"/>
          <p:nvPr/>
        </p:nvSpPr>
        <p:spPr>
          <a:xfrm>
            <a:off x="1829980" y="1782490"/>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churn</a:t>
            </a:r>
            <a:endParaRPr b="0" i="0" sz="1100" u="none" cap="none" strike="noStrike">
              <a:solidFill>
                <a:srgbClr val="000000"/>
              </a:solidFill>
              <a:latin typeface="Arial"/>
              <a:ea typeface="Arial"/>
              <a:cs typeface="Arial"/>
              <a:sym typeface="Arial"/>
            </a:endParaRPr>
          </a:p>
        </p:txBody>
      </p:sp>
      <p:sp>
        <p:nvSpPr>
          <p:cNvPr id="713" name="Google Shape;713;p74"/>
          <p:cNvSpPr txBox="1"/>
          <p:nvPr/>
        </p:nvSpPr>
        <p:spPr>
          <a:xfrm>
            <a:off x="1829980" y="2643682"/>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investment</a:t>
            </a:r>
            <a:endParaRPr b="0" i="0" sz="1100" u="none" cap="none" strike="noStrike">
              <a:solidFill>
                <a:srgbClr val="000000"/>
              </a:solidFill>
              <a:latin typeface="Arial"/>
              <a:ea typeface="Arial"/>
              <a:cs typeface="Arial"/>
              <a:sym typeface="Arial"/>
            </a:endParaRPr>
          </a:p>
        </p:txBody>
      </p:sp>
      <p:sp>
        <p:nvSpPr>
          <p:cNvPr id="714" name="Google Shape;714;p74"/>
          <p:cNvSpPr txBox="1"/>
          <p:nvPr/>
        </p:nvSpPr>
        <p:spPr>
          <a:xfrm>
            <a:off x="1829980" y="3504873"/>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documentation</a:t>
            </a:r>
            <a:endParaRPr b="0" i="0" sz="1100" u="none" cap="none" strike="noStrike">
              <a:solidFill>
                <a:srgbClr val="000000"/>
              </a:solidFill>
              <a:latin typeface="Arial"/>
              <a:ea typeface="Arial"/>
              <a:cs typeface="Arial"/>
              <a:sym typeface="Arial"/>
            </a:endParaRPr>
          </a:p>
        </p:txBody>
      </p:sp>
      <p:sp>
        <p:nvSpPr>
          <p:cNvPr id="715" name="Google Shape;715;p74"/>
          <p:cNvSpPr txBox="1"/>
          <p:nvPr/>
        </p:nvSpPr>
        <p:spPr>
          <a:xfrm>
            <a:off x="1829980" y="4366065"/>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global</a:t>
            </a:r>
            <a:endParaRPr b="0" i="0" sz="1100" u="none" cap="none" strike="noStrike">
              <a:solidFill>
                <a:srgbClr val="000000"/>
              </a:solidFill>
              <a:latin typeface="Arial"/>
              <a:ea typeface="Arial"/>
              <a:cs typeface="Arial"/>
              <a:sym typeface="Arial"/>
            </a:endParaRPr>
          </a:p>
        </p:txBody>
      </p:sp>
      <p:sp>
        <p:nvSpPr>
          <p:cNvPr id="716" name="Google Shape;716;p74"/>
          <p:cNvSpPr txBox="1"/>
          <p:nvPr/>
        </p:nvSpPr>
        <p:spPr>
          <a:xfrm>
            <a:off x="3288290" y="921299"/>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complexity</a:t>
            </a:r>
            <a:endParaRPr b="0" i="0" sz="1100" u="none" cap="none" strike="noStrike">
              <a:solidFill>
                <a:srgbClr val="000000"/>
              </a:solidFill>
              <a:latin typeface="Arial"/>
              <a:ea typeface="Arial"/>
              <a:cs typeface="Arial"/>
              <a:sym typeface="Arial"/>
            </a:endParaRPr>
          </a:p>
        </p:txBody>
      </p:sp>
      <p:sp>
        <p:nvSpPr>
          <p:cNvPr id="717" name="Google Shape;717;p74"/>
          <p:cNvSpPr txBox="1"/>
          <p:nvPr/>
        </p:nvSpPr>
        <p:spPr>
          <a:xfrm>
            <a:off x="3288290" y="1782490"/>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cloud database</a:t>
            </a:r>
            <a:endParaRPr b="0" i="0" sz="1100" u="none" cap="none" strike="noStrike">
              <a:solidFill>
                <a:srgbClr val="000000"/>
              </a:solidFill>
              <a:latin typeface="Arial"/>
              <a:ea typeface="Arial"/>
              <a:cs typeface="Arial"/>
              <a:sym typeface="Arial"/>
            </a:endParaRPr>
          </a:p>
        </p:txBody>
      </p:sp>
      <p:sp>
        <p:nvSpPr>
          <p:cNvPr id="718" name="Google Shape;718;p74"/>
          <p:cNvSpPr txBox="1"/>
          <p:nvPr/>
        </p:nvSpPr>
        <p:spPr>
          <a:xfrm>
            <a:off x="3288290" y="2643682"/>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architecture</a:t>
            </a:r>
            <a:endParaRPr b="0" i="0" sz="1100" u="none" cap="none" strike="noStrike">
              <a:solidFill>
                <a:srgbClr val="000000"/>
              </a:solidFill>
              <a:latin typeface="Arial"/>
              <a:ea typeface="Arial"/>
              <a:cs typeface="Arial"/>
              <a:sym typeface="Arial"/>
            </a:endParaRPr>
          </a:p>
        </p:txBody>
      </p:sp>
      <p:sp>
        <p:nvSpPr>
          <p:cNvPr id="719" name="Google Shape;719;p74"/>
          <p:cNvSpPr txBox="1"/>
          <p:nvPr/>
        </p:nvSpPr>
        <p:spPr>
          <a:xfrm>
            <a:off x="3288290" y="3504873"/>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download</a:t>
            </a:r>
            <a:endParaRPr b="0" i="0" sz="1100" u="none" cap="none" strike="noStrike">
              <a:solidFill>
                <a:srgbClr val="000000"/>
              </a:solidFill>
              <a:latin typeface="Arial"/>
              <a:ea typeface="Arial"/>
              <a:cs typeface="Arial"/>
              <a:sym typeface="Arial"/>
            </a:endParaRPr>
          </a:p>
        </p:txBody>
      </p:sp>
      <p:sp>
        <p:nvSpPr>
          <p:cNvPr id="720" name="Google Shape;720;p74"/>
          <p:cNvSpPr txBox="1"/>
          <p:nvPr/>
        </p:nvSpPr>
        <p:spPr>
          <a:xfrm>
            <a:off x="3288290" y="4366065"/>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gsi</a:t>
            </a:r>
            <a:endParaRPr b="0" i="0" sz="800" u="none" cap="none" strike="noStrike">
              <a:solidFill>
                <a:srgbClr val="000000"/>
              </a:solidFill>
              <a:latin typeface="Arial"/>
              <a:ea typeface="Arial"/>
              <a:cs typeface="Arial"/>
              <a:sym typeface="Arial"/>
            </a:endParaRPr>
          </a:p>
        </p:txBody>
      </p:sp>
      <p:sp>
        <p:nvSpPr>
          <p:cNvPr id="721" name="Google Shape;721;p74"/>
          <p:cNvSpPr txBox="1"/>
          <p:nvPr/>
        </p:nvSpPr>
        <p:spPr>
          <a:xfrm>
            <a:off x="4730835" y="921299"/>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desktop</a:t>
            </a:r>
            <a:endParaRPr b="0" i="0" sz="1100" u="none" cap="none" strike="noStrike">
              <a:solidFill>
                <a:srgbClr val="000000"/>
              </a:solidFill>
              <a:latin typeface="Arial"/>
              <a:ea typeface="Arial"/>
              <a:cs typeface="Arial"/>
              <a:sym typeface="Arial"/>
            </a:endParaRPr>
          </a:p>
        </p:txBody>
      </p:sp>
      <p:sp>
        <p:nvSpPr>
          <p:cNvPr id="722" name="Google Shape;722;p74"/>
          <p:cNvSpPr txBox="1"/>
          <p:nvPr/>
        </p:nvSpPr>
        <p:spPr>
          <a:xfrm>
            <a:off x="4730835" y="1782490"/>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cloud</a:t>
            </a:r>
            <a:endParaRPr b="0" i="0" sz="1100" u="none" cap="none" strike="noStrike">
              <a:solidFill>
                <a:srgbClr val="000000"/>
              </a:solidFill>
              <a:latin typeface="Arial"/>
              <a:ea typeface="Arial"/>
              <a:cs typeface="Arial"/>
              <a:sym typeface="Arial"/>
            </a:endParaRPr>
          </a:p>
        </p:txBody>
      </p:sp>
      <p:sp>
        <p:nvSpPr>
          <p:cNvPr id="723" name="Google Shape;723;p74"/>
          <p:cNvSpPr txBox="1"/>
          <p:nvPr/>
        </p:nvSpPr>
        <p:spPr>
          <a:xfrm>
            <a:off x="4730835" y="2643682"/>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annotation</a:t>
            </a:r>
            <a:endParaRPr b="0" i="0" sz="1100" u="none" cap="none" strike="noStrike">
              <a:solidFill>
                <a:srgbClr val="000000"/>
              </a:solidFill>
              <a:latin typeface="Arial"/>
              <a:ea typeface="Arial"/>
              <a:cs typeface="Arial"/>
              <a:sym typeface="Arial"/>
            </a:endParaRPr>
          </a:p>
        </p:txBody>
      </p:sp>
      <p:sp>
        <p:nvSpPr>
          <p:cNvPr id="724" name="Google Shape;724;p74"/>
          <p:cNvSpPr txBox="1"/>
          <p:nvPr/>
        </p:nvSpPr>
        <p:spPr>
          <a:xfrm>
            <a:off x="4730835" y="3504873"/>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expand</a:t>
            </a:r>
            <a:endParaRPr b="0" i="0" sz="1100" u="none" cap="none" strike="noStrike">
              <a:solidFill>
                <a:srgbClr val="000000"/>
              </a:solidFill>
              <a:latin typeface="Arial"/>
              <a:ea typeface="Arial"/>
              <a:cs typeface="Arial"/>
              <a:sym typeface="Arial"/>
            </a:endParaRPr>
          </a:p>
        </p:txBody>
      </p:sp>
      <p:sp>
        <p:nvSpPr>
          <p:cNvPr id="725" name="Google Shape;725;p74"/>
          <p:cNvSpPr txBox="1"/>
          <p:nvPr/>
        </p:nvSpPr>
        <p:spPr>
          <a:xfrm>
            <a:off x="4730835" y="4366065"/>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Integrated cache</a:t>
            </a:r>
            <a:endParaRPr b="0" i="0" sz="1100" u="none" cap="none" strike="noStrike">
              <a:solidFill>
                <a:srgbClr val="000000"/>
              </a:solidFill>
              <a:latin typeface="Arial"/>
              <a:ea typeface="Arial"/>
              <a:cs typeface="Arial"/>
              <a:sym typeface="Arial"/>
            </a:endParaRPr>
          </a:p>
        </p:txBody>
      </p:sp>
      <p:sp>
        <p:nvSpPr>
          <p:cNvPr id="726" name="Google Shape;726;p74"/>
          <p:cNvSpPr txBox="1"/>
          <p:nvPr/>
        </p:nvSpPr>
        <p:spPr>
          <a:xfrm>
            <a:off x="6197029" y="921299"/>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development</a:t>
            </a:r>
            <a:endParaRPr b="0" i="0" sz="1100" u="none" cap="none" strike="noStrike">
              <a:solidFill>
                <a:srgbClr val="000000"/>
              </a:solidFill>
              <a:latin typeface="Arial"/>
              <a:ea typeface="Arial"/>
              <a:cs typeface="Arial"/>
              <a:sym typeface="Arial"/>
            </a:endParaRPr>
          </a:p>
        </p:txBody>
      </p:sp>
      <p:sp>
        <p:nvSpPr>
          <p:cNvPr id="727" name="Google Shape;727;p74"/>
          <p:cNvSpPr txBox="1"/>
          <p:nvPr/>
        </p:nvSpPr>
        <p:spPr>
          <a:xfrm>
            <a:off x="6197029" y="1782490"/>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community</a:t>
            </a:r>
            <a:endParaRPr b="0" i="0" sz="1100" u="none" cap="none" strike="noStrike">
              <a:solidFill>
                <a:srgbClr val="000000"/>
              </a:solidFill>
              <a:latin typeface="Arial"/>
              <a:ea typeface="Arial"/>
              <a:cs typeface="Arial"/>
              <a:sym typeface="Arial"/>
            </a:endParaRPr>
          </a:p>
        </p:txBody>
      </p:sp>
      <p:sp>
        <p:nvSpPr>
          <p:cNvPr id="728" name="Google Shape;728;p74"/>
          <p:cNvSpPr txBox="1"/>
          <p:nvPr/>
        </p:nvSpPr>
        <p:spPr>
          <a:xfrm>
            <a:off x="6197029" y="2643682"/>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tooling</a:t>
            </a:r>
            <a:endParaRPr b="0" i="0" sz="1100" u="none" cap="none" strike="noStrike">
              <a:solidFill>
                <a:srgbClr val="000000"/>
              </a:solidFill>
              <a:latin typeface="Arial"/>
              <a:ea typeface="Arial"/>
              <a:cs typeface="Arial"/>
              <a:sym typeface="Arial"/>
            </a:endParaRPr>
          </a:p>
        </p:txBody>
      </p:sp>
      <p:sp>
        <p:nvSpPr>
          <p:cNvPr id="729" name="Google Shape;729;p74"/>
          <p:cNvSpPr txBox="1"/>
          <p:nvPr/>
        </p:nvSpPr>
        <p:spPr>
          <a:xfrm>
            <a:off x="6197029" y="3504873"/>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file</a:t>
            </a:r>
            <a:endParaRPr b="0" i="0" sz="1100" u="none" cap="none" strike="noStrike">
              <a:solidFill>
                <a:srgbClr val="000000"/>
              </a:solidFill>
              <a:latin typeface="Arial"/>
              <a:ea typeface="Arial"/>
              <a:cs typeface="Arial"/>
              <a:sym typeface="Arial"/>
            </a:endParaRPr>
          </a:p>
        </p:txBody>
      </p:sp>
      <p:sp>
        <p:nvSpPr>
          <p:cNvPr id="730" name="Google Shape;730;p74"/>
          <p:cNvSpPr txBox="1"/>
          <p:nvPr/>
        </p:nvSpPr>
        <p:spPr>
          <a:xfrm>
            <a:off x="6197029" y="4366065"/>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integration</a:t>
            </a:r>
            <a:endParaRPr b="0" i="0" sz="1100" u="none" cap="none" strike="noStrike">
              <a:solidFill>
                <a:srgbClr val="000000"/>
              </a:solidFill>
              <a:latin typeface="Arial"/>
              <a:ea typeface="Arial"/>
              <a:cs typeface="Arial"/>
              <a:sym typeface="Arial"/>
            </a:endParaRPr>
          </a:p>
        </p:txBody>
      </p:sp>
      <p:sp>
        <p:nvSpPr>
          <p:cNvPr id="731" name="Google Shape;731;p74"/>
          <p:cNvSpPr txBox="1"/>
          <p:nvPr/>
        </p:nvSpPr>
        <p:spPr>
          <a:xfrm>
            <a:off x="7639574" y="921299"/>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dialog</a:t>
            </a:r>
            <a:endParaRPr b="0" i="0" sz="1100" u="none" cap="none" strike="noStrike">
              <a:solidFill>
                <a:srgbClr val="000000"/>
              </a:solidFill>
              <a:latin typeface="Arial"/>
              <a:ea typeface="Arial"/>
              <a:cs typeface="Arial"/>
              <a:sym typeface="Arial"/>
            </a:endParaRPr>
          </a:p>
        </p:txBody>
      </p:sp>
      <p:sp>
        <p:nvSpPr>
          <p:cNvPr id="732" name="Google Shape;732;p74"/>
          <p:cNvSpPr txBox="1"/>
          <p:nvPr/>
        </p:nvSpPr>
        <p:spPr>
          <a:xfrm>
            <a:off x="7639574" y="1782490"/>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cross</a:t>
            </a:r>
            <a:endParaRPr b="0" i="0" sz="1100" u="none" cap="none" strike="noStrike">
              <a:solidFill>
                <a:srgbClr val="000000"/>
              </a:solidFill>
              <a:latin typeface="Arial"/>
              <a:ea typeface="Arial"/>
              <a:cs typeface="Arial"/>
              <a:sym typeface="Arial"/>
            </a:endParaRPr>
          </a:p>
        </p:txBody>
      </p:sp>
      <p:sp>
        <p:nvSpPr>
          <p:cNvPr id="733" name="Google Shape;733;p74"/>
          <p:cNvSpPr txBox="1"/>
          <p:nvPr/>
        </p:nvSpPr>
        <p:spPr>
          <a:xfrm>
            <a:off x="7639574" y="2643682"/>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attention</a:t>
            </a:r>
            <a:endParaRPr b="0" i="0" sz="1100" u="none" cap="none" strike="noStrike">
              <a:solidFill>
                <a:srgbClr val="000000"/>
              </a:solidFill>
              <a:latin typeface="Arial"/>
              <a:ea typeface="Arial"/>
              <a:cs typeface="Arial"/>
              <a:sym typeface="Arial"/>
            </a:endParaRPr>
          </a:p>
        </p:txBody>
      </p:sp>
      <p:sp>
        <p:nvSpPr>
          <p:cNvPr id="734" name="Google Shape;734;p74"/>
          <p:cNvSpPr txBox="1"/>
          <p:nvPr/>
        </p:nvSpPr>
        <p:spPr>
          <a:xfrm>
            <a:off x="7639574" y="3504873"/>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flexibility</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8" name="Shape 738"/>
        <p:cNvGrpSpPr/>
        <p:nvPr/>
      </p:nvGrpSpPr>
      <p:grpSpPr>
        <a:xfrm>
          <a:off x="0" y="0"/>
          <a:ext cx="0" cy="0"/>
          <a:chOff x="0" y="0"/>
          <a:chExt cx="0" cy="0"/>
        </a:xfrm>
      </p:grpSpPr>
      <p:sp>
        <p:nvSpPr>
          <p:cNvPr id="739" name="Google Shape;739;p75"/>
          <p:cNvSpPr txBox="1"/>
          <p:nvPr/>
        </p:nvSpPr>
        <p:spPr>
          <a:xfrm>
            <a:off x="371669" y="921299"/>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mobile</a:t>
            </a:r>
            <a:endParaRPr b="0" i="0" sz="1100" u="none" cap="none" strike="noStrike">
              <a:solidFill>
                <a:srgbClr val="000000"/>
              </a:solidFill>
              <a:latin typeface="Arial"/>
              <a:ea typeface="Arial"/>
              <a:cs typeface="Arial"/>
              <a:sym typeface="Arial"/>
            </a:endParaRPr>
          </a:p>
        </p:txBody>
      </p:sp>
      <p:sp>
        <p:nvSpPr>
          <p:cNvPr id="740" name="Google Shape;740;p75"/>
          <p:cNvSpPr txBox="1"/>
          <p:nvPr/>
        </p:nvSpPr>
        <p:spPr>
          <a:xfrm>
            <a:off x="371669" y="1782490"/>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json</a:t>
            </a:r>
            <a:endParaRPr b="0" i="0" sz="800" u="none" cap="none" strike="noStrike">
              <a:solidFill>
                <a:srgbClr val="000000"/>
              </a:solidFill>
              <a:latin typeface="Arial"/>
              <a:ea typeface="Arial"/>
              <a:cs typeface="Arial"/>
              <a:sym typeface="Arial"/>
            </a:endParaRPr>
          </a:p>
        </p:txBody>
      </p:sp>
      <p:sp>
        <p:nvSpPr>
          <p:cNvPr id="741" name="Google Shape;741;p75"/>
          <p:cNvSpPr txBox="1"/>
          <p:nvPr/>
        </p:nvSpPr>
        <p:spPr>
          <a:xfrm>
            <a:off x="371669" y="2643682"/>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search</a:t>
            </a:r>
            <a:endParaRPr b="0" i="0" sz="1100" u="none" cap="none" strike="noStrike">
              <a:solidFill>
                <a:srgbClr val="000000"/>
              </a:solidFill>
              <a:latin typeface="Arial"/>
              <a:ea typeface="Arial"/>
              <a:cs typeface="Arial"/>
              <a:sym typeface="Arial"/>
            </a:endParaRPr>
          </a:p>
        </p:txBody>
      </p:sp>
      <p:sp>
        <p:nvSpPr>
          <p:cNvPr id="742" name="Google Shape;742;p75"/>
          <p:cNvSpPr txBox="1"/>
          <p:nvPr/>
        </p:nvSpPr>
        <p:spPr>
          <a:xfrm>
            <a:off x="371669" y="3504873"/>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measure</a:t>
            </a:r>
            <a:endParaRPr b="0" i="0" sz="1100" u="none" cap="none" strike="noStrike">
              <a:solidFill>
                <a:srgbClr val="000000"/>
              </a:solidFill>
              <a:latin typeface="Arial"/>
              <a:ea typeface="Arial"/>
              <a:cs typeface="Arial"/>
              <a:sym typeface="Arial"/>
            </a:endParaRPr>
          </a:p>
        </p:txBody>
      </p:sp>
      <p:sp>
        <p:nvSpPr>
          <p:cNvPr id="743" name="Google Shape;743;p75"/>
          <p:cNvSpPr txBox="1"/>
          <p:nvPr/>
        </p:nvSpPr>
        <p:spPr>
          <a:xfrm>
            <a:off x="371669" y="4366065"/>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cluster</a:t>
            </a:r>
            <a:endParaRPr b="0" i="0" sz="1100" u="none" cap="none" strike="noStrike">
              <a:solidFill>
                <a:srgbClr val="000000"/>
              </a:solidFill>
              <a:latin typeface="Arial"/>
              <a:ea typeface="Arial"/>
              <a:cs typeface="Arial"/>
              <a:sym typeface="Arial"/>
            </a:endParaRPr>
          </a:p>
        </p:txBody>
      </p:sp>
      <p:sp>
        <p:nvSpPr>
          <p:cNvPr id="744" name="Google Shape;744;p75"/>
          <p:cNvSpPr txBox="1"/>
          <p:nvPr/>
        </p:nvSpPr>
        <p:spPr>
          <a:xfrm>
            <a:off x="1829980" y="921299"/>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negative</a:t>
            </a:r>
            <a:endParaRPr b="0" i="0" sz="1100" u="none" cap="none" strike="noStrike">
              <a:solidFill>
                <a:srgbClr val="000000"/>
              </a:solidFill>
              <a:latin typeface="Arial"/>
              <a:ea typeface="Arial"/>
              <a:cs typeface="Arial"/>
              <a:sym typeface="Arial"/>
            </a:endParaRPr>
          </a:p>
        </p:txBody>
      </p:sp>
      <p:sp>
        <p:nvSpPr>
          <p:cNvPr id="745" name="Google Shape;745;p75"/>
          <p:cNvSpPr txBox="1"/>
          <p:nvPr/>
        </p:nvSpPr>
        <p:spPr>
          <a:xfrm>
            <a:off x="1829980" y="1782490"/>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laptop</a:t>
            </a:r>
            <a:endParaRPr b="0" i="0" sz="1100" u="none" cap="none" strike="noStrike">
              <a:solidFill>
                <a:srgbClr val="000000"/>
              </a:solidFill>
              <a:latin typeface="Arial"/>
              <a:ea typeface="Arial"/>
              <a:cs typeface="Arial"/>
              <a:sym typeface="Arial"/>
            </a:endParaRPr>
          </a:p>
        </p:txBody>
      </p:sp>
      <p:sp>
        <p:nvSpPr>
          <p:cNvPr id="746" name="Google Shape;746;p75"/>
          <p:cNvSpPr txBox="1"/>
          <p:nvPr/>
        </p:nvSpPr>
        <p:spPr>
          <a:xfrm>
            <a:off x="1829980" y="2643682"/>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security</a:t>
            </a:r>
            <a:endParaRPr b="0" i="0" sz="1100" u="none" cap="none" strike="noStrike">
              <a:solidFill>
                <a:srgbClr val="000000"/>
              </a:solidFill>
              <a:latin typeface="Arial"/>
              <a:ea typeface="Arial"/>
              <a:cs typeface="Arial"/>
              <a:sym typeface="Arial"/>
            </a:endParaRPr>
          </a:p>
        </p:txBody>
      </p:sp>
      <p:sp>
        <p:nvSpPr>
          <p:cNvPr id="747" name="Google Shape;747;p75"/>
          <p:cNvSpPr txBox="1"/>
          <p:nvPr/>
        </p:nvSpPr>
        <p:spPr>
          <a:xfrm>
            <a:off x="1829980" y="3504873"/>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video</a:t>
            </a:r>
            <a:endParaRPr b="0" i="0" sz="1100" u="none" cap="none" strike="noStrike">
              <a:solidFill>
                <a:srgbClr val="000000"/>
              </a:solidFill>
              <a:latin typeface="Arial"/>
              <a:ea typeface="Arial"/>
              <a:cs typeface="Arial"/>
              <a:sym typeface="Arial"/>
            </a:endParaRPr>
          </a:p>
        </p:txBody>
      </p:sp>
      <p:sp>
        <p:nvSpPr>
          <p:cNvPr id="748" name="Google Shape;748;p75"/>
          <p:cNvSpPr txBox="1"/>
          <p:nvPr/>
        </p:nvSpPr>
        <p:spPr>
          <a:xfrm>
            <a:off x="1829980" y="4366065"/>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cache</a:t>
            </a:r>
            <a:endParaRPr b="0" i="0" sz="1100" u="none" cap="none" strike="noStrike">
              <a:solidFill>
                <a:srgbClr val="000000"/>
              </a:solidFill>
              <a:latin typeface="Arial"/>
              <a:ea typeface="Arial"/>
              <a:cs typeface="Arial"/>
              <a:sym typeface="Arial"/>
            </a:endParaRPr>
          </a:p>
        </p:txBody>
      </p:sp>
      <p:sp>
        <p:nvSpPr>
          <p:cNvPr id="749" name="Google Shape;749;p75"/>
          <p:cNvSpPr txBox="1"/>
          <p:nvPr/>
        </p:nvSpPr>
        <p:spPr>
          <a:xfrm>
            <a:off x="3288290" y="921299"/>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analytics</a:t>
            </a:r>
            <a:endParaRPr b="0" i="0" sz="1100" u="none" cap="none" strike="noStrike">
              <a:solidFill>
                <a:srgbClr val="000000"/>
              </a:solidFill>
              <a:latin typeface="Arial"/>
              <a:ea typeface="Arial"/>
              <a:cs typeface="Arial"/>
              <a:sym typeface="Arial"/>
            </a:endParaRPr>
          </a:p>
        </p:txBody>
      </p:sp>
      <p:sp>
        <p:nvSpPr>
          <p:cNvPr id="750" name="Google Shape;750;p75"/>
          <p:cNvSpPr txBox="1"/>
          <p:nvPr/>
        </p:nvSpPr>
        <p:spPr>
          <a:xfrm>
            <a:off x="3288290" y="1782490"/>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launch</a:t>
            </a:r>
            <a:endParaRPr b="0" i="0" sz="1100" u="none" cap="none" strike="noStrike">
              <a:solidFill>
                <a:srgbClr val="000000"/>
              </a:solidFill>
              <a:latin typeface="Arial"/>
              <a:ea typeface="Arial"/>
              <a:cs typeface="Arial"/>
              <a:sym typeface="Arial"/>
            </a:endParaRPr>
          </a:p>
        </p:txBody>
      </p:sp>
      <p:sp>
        <p:nvSpPr>
          <p:cNvPr id="751" name="Google Shape;751;p75"/>
          <p:cNvSpPr txBox="1"/>
          <p:nvPr/>
        </p:nvSpPr>
        <p:spPr>
          <a:xfrm>
            <a:off x="3288290" y="2643682"/>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server</a:t>
            </a:r>
            <a:endParaRPr b="0" i="0" sz="1100" u="none" cap="none" strike="noStrike">
              <a:solidFill>
                <a:srgbClr val="000000"/>
              </a:solidFill>
              <a:latin typeface="Arial"/>
              <a:ea typeface="Arial"/>
              <a:cs typeface="Arial"/>
              <a:sym typeface="Arial"/>
            </a:endParaRPr>
          </a:p>
        </p:txBody>
      </p:sp>
      <p:sp>
        <p:nvSpPr>
          <p:cNvPr id="752" name="Google Shape;752;p75"/>
          <p:cNvSpPr txBox="1"/>
          <p:nvPr/>
        </p:nvSpPr>
        <p:spPr>
          <a:xfrm>
            <a:off x="3288290" y="3504873"/>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whitepaper</a:t>
            </a:r>
            <a:endParaRPr b="0" i="0" sz="1100" u="none" cap="none" strike="noStrike">
              <a:solidFill>
                <a:srgbClr val="000000"/>
              </a:solidFill>
              <a:latin typeface="Arial"/>
              <a:ea typeface="Arial"/>
              <a:cs typeface="Arial"/>
              <a:sym typeface="Arial"/>
            </a:endParaRPr>
          </a:p>
        </p:txBody>
      </p:sp>
      <p:sp>
        <p:nvSpPr>
          <p:cNvPr id="753" name="Google Shape;753;p75"/>
          <p:cNvSpPr txBox="1"/>
          <p:nvPr/>
        </p:nvSpPr>
        <p:spPr>
          <a:xfrm>
            <a:off x="3288290" y="4366065"/>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analytics</a:t>
            </a:r>
            <a:endParaRPr b="0" i="0" sz="1100" u="none" cap="none" strike="noStrike">
              <a:solidFill>
                <a:srgbClr val="000000"/>
              </a:solidFill>
              <a:latin typeface="Arial"/>
              <a:ea typeface="Arial"/>
              <a:cs typeface="Arial"/>
              <a:sym typeface="Arial"/>
            </a:endParaRPr>
          </a:p>
        </p:txBody>
      </p:sp>
      <p:sp>
        <p:nvSpPr>
          <p:cNvPr id="754" name="Google Shape;754;p75"/>
          <p:cNvSpPr txBox="1"/>
          <p:nvPr/>
        </p:nvSpPr>
        <p:spPr>
          <a:xfrm>
            <a:off x="4730835" y="921299"/>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performance</a:t>
            </a:r>
            <a:endParaRPr b="0" i="0" sz="1100" u="none" cap="none" strike="noStrike">
              <a:solidFill>
                <a:srgbClr val="000000"/>
              </a:solidFill>
              <a:latin typeface="Arial"/>
              <a:ea typeface="Arial"/>
              <a:cs typeface="Arial"/>
              <a:sym typeface="Arial"/>
            </a:endParaRPr>
          </a:p>
        </p:txBody>
      </p:sp>
      <p:sp>
        <p:nvSpPr>
          <p:cNvPr id="755" name="Google Shape;755;p75"/>
          <p:cNvSpPr txBox="1"/>
          <p:nvPr/>
        </p:nvSpPr>
        <p:spPr>
          <a:xfrm>
            <a:off x="4730835" y="1782490"/>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mds</a:t>
            </a:r>
            <a:endParaRPr b="0" i="0" sz="800" u="none" cap="none" strike="noStrike">
              <a:solidFill>
                <a:srgbClr val="000000"/>
              </a:solidFill>
              <a:latin typeface="Arial"/>
              <a:ea typeface="Arial"/>
              <a:cs typeface="Arial"/>
              <a:sym typeface="Arial"/>
            </a:endParaRPr>
          </a:p>
        </p:txBody>
      </p:sp>
      <p:sp>
        <p:nvSpPr>
          <p:cNvPr id="756" name="Google Shape;756;p75"/>
          <p:cNvSpPr txBox="1"/>
          <p:nvPr/>
        </p:nvSpPr>
        <p:spPr>
          <a:xfrm>
            <a:off x="4730835" y="2643682"/>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social</a:t>
            </a:r>
            <a:endParaRPr b="0" i="0" sz="1100" u="none" cap="none" strike="noStrike">
              <a:solidFill>
                <a:srgbClr val="000000"/>
              </a:solidFill>
              <a:latin typeface="Arial"/>
              <a:ea typeface="Arial"/>
              <a:cs typeface="Arial"/>
              <a:sym typeface="Arial"/>
            </a:endParaRPr>
          </a:p>
        </p:txBody>
      </p:sp>
      <p:sp>
        <p:nvSpPr>
          <p:cNvPr id="757" name="Google Shape;757;p75"/>
          <p:cNvSpPr txBox="1"/>
          <p:nvPr/>
        </p:nvSpPr>
        <p:spPr>
          <a:xfrm>
            <a:off x="4730835" y="3504873"/>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why CB</a:t>
            </a:r>
            <a:endParaRPr b="0" i="0" sz="1100" u="none" cap="none" strike="noStrike">
              <a:solidFill>
                <a:srgbClr val="000000"/>
              </a:solidFill>
              <a:latin typeface="Arial"/>
              <a:ea typeface="Arial"/>
              <a:cs typeface="Arial"/>
              <a:sym typeface="Arial"/>
            </a:endParaRPr>
          </a:p>
        </p:txBody>
      </p:sp>
      <p:sp>
        <p:nvSpPr>
          <p:cNvPr id="758" name="Google Shape;758;p75"/>
          <p:cNvSpPr txBox="1"/>
          <p:nvPr/>
        </p:nvSpPr>
        <p:spPr>
          <a:xfrm>
            <a:off x="4730835" y="4366065"/>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cluster map</a:t>
            </a:r>
            <a:endParaRPr b="0" i="0" sz="1100" u="none" cap="none" strike="noStrike">
              <a:solidFill>
                <a:srgbClr val="000000"/>
              </a:solidFill>
              <a:latin typeface="Arial"/>
              <a:ea typeface="Arial"/>
              <a:cs typeface="Arial"/>
              <a:sym typeface="Arial"/>
            </a:endParaRPr>
          </a:p>
        </p:txBody>
      </p:sp>
      <p:sp>
        <p:nvSpPr>
          <p:cNvPr id="759" name="Google Shape;759;p75"/>
          <p:cNvSpPr txBox="1"/>
          <p:nvPr/>
        </p:nvSpPr>
        <p:spPr>
          <a:xfrm>
            <a:off x="6197029" y="921299"/>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vector search</a:t>
            </a:r>
            <a:endParaRPr b="0" i="0" sz="1100" u="none" cap="none" strike="noStrike">
              <a:solidFill>
                <a:srgbClr val="000000"/>
              </a:solidFill>
              <a:latin typeface="Arial"/>
              <a:ea typeface="Arial"/>
              <a:cs typeface="Arial"/>
              <a:sym typeface="Arial"/>
            </a:endParaRPr>
          </a:p>
        </p:txBody>
      </p:sp>
      <p:sp>
        <p:nvSpPr>
          <p:cNvPr id="760" name="Google Shape;760;p75"/>
          <p:cNvSpPr txBox="1"/>
          <p:nvPr/>
        </p:nvSpPr>
        <p:spPr>
          <a:xfrm>
            <a:off x="6197029" y="1782490"/>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meta</a:t>
            </a:r>
            <a:endParaRPr b="0" i="0" sz="1100" u="none" cap="none" strike="noStrike">
              <a:solidFill>
                <a:srgbClr val="000000"/>
              </a:solidFill>
              <a:latin typeface="Arial"/>
              <a:ea typeface="Arial"/>
              <a:cs typeface="Arial"/>
              <a:sym typeface="Arial"/>
            </a:endParaRPr>
          </a:p>
        </p:txBody>
      </p:sp>
      <p:sp>
        <p:nvSpPr>
          <p:cNvPr id="761" name="Google Shape;761;p75"/>
          <p:cNvSpPr txBox="1"/>
          <p:nvPr/>
        </p:nvSpPr>
        <p:spPr>
          <a:xfrm>
            <a:off x="6197029" y="2643682"/>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sql</a:t>
            </a:r>
            <a:endParaRPr b="0" i="0" sz="800" u="none" cap="none" strike="noStrike">
              <a:solidFill>
                <a:srgbClr val="000000"/>
              </a:solidFill>
              <a:latin typeface="Arial"/>
              <a:ea typeface="Arial"/>
              <a:cs typeface="Arial"/>
              <a:sym typeface="Arial"/>
            </a:endParaRPr>
          </a:p>
        </p:txBody>
      </p:sp>
      <p:sp>
        <p:nvSpPr>
          <p:cNvPr id="762" name="Google Shape;762;p75"/>
          <p:cNvSpPr txBox="1"/>
          <p:nvPr/>
        </p:nvSpPr>
        <p:spPr>
          <a:xfrm>
            <a:off x="6197029" y="3504873"/>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working</a:t>
            </a:r>
            <a:endParaRPr b="0" i="0" sz="1100" u="none" cap="none" strike="noStrike">
              <a:solidFill>
                <a:srgbClr val="000000"/>
              </a:solidFill>
              <a:latin typeface="Arial"/>
              <a:ea typeface="Arial"/>
              <a:cs typeface="Arial"/>
              <a:sym typeface="Arial"/>
            </a:endParaRPr>
          </a:p>
        </p:txBody>
      </p:sp>
      <p:sp>
        <p:nvSpPr>
          <p:cNvPr id="763" name="Google Shape;763;p75"/>
          <p:cNvSpPr txBox="1"/>
          <p:nvPr/>
        </p:nvSpPr>
        <p:spPr>
          <a:xfrm>
            <a:off x="6197029" y="4366065"/>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columnar</a:t>
            </a:r>
            <a:endParaRPr b="0" i="0" sz="1100" u="none" cap="none" strike="noStrike">
              <a:solidFill>
                <a:srgbClr val="000000"/>
              </a:solidFill>
              <a:latin typeface="Arial"/>
              <a:ea typeface="Arial"/>
              <a:cs typeface="Arial"/>
              <a:sym typeface="Arial"/>
            </a:endParaRPr>
          </a:p>
        </p:txBody>
      </p:sp>
      <p:sp>
        <p:nvSpPr>
          <p:cNvPr id="764" name="Google Shape;764;p75"/>
          <p:cNvSpPr txBox="1"/>
          <p:nvPr/>
        </p:nvSpPr>
        <p:spPr>
          <a:xfrm>
            <a:off x="7639574" y="921299"/>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node</a:t>
            </a:r>
            <a:endParaRPr b="0" i="0" sz="1100" u="none" cap="none" strike="noStrike">
              <a:solidFill>
                <a:srgbClr val="000000"/>
              </a:solidFill>
              <a:latin typeface="Arial"/>
              <a:ea typeface="Arial"/>
              <a:cs typeface="Arial"/>
              <a:sym typeface="Arial"/>
            </a:endParaRPr>
          </a:p>
        </p:txBody>
      </p:sp>
      <p:sp>
        <p:nvSpPr>
          <p:cNvPr id="765" name="Google Shape;765;p75"/>
          <p:cNvSpPr txBox="1"/>
          <p:nvPr/>
        </p:nvSpPr>
        <p:spPr>
          <a:xfrm>
            <a:off x="7639574" y="1782490"/>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migration</a:t>
            </a:r>
            <a:endParaRPr b="0" i="0" sz="1100" u="none" cap="none" strike="noStrike">
              <a:solidFill>
                <a:srgbClr val="000000"/>
              </a:solidFill>
              <a:latin typeface="Arial"/>
              <a:ea typeface="Arial"/>
              <a:cs typeface="Arial"/>
              <a:sym typeface="Arial"/>
            </a:endParaRPr>
          </a:p>
        </p:txBody>
      </p:sp>
      <p:sp>
        <p:nvSpPr>
          <p:cNvPr id="766" name="Google Shape;766;p75"/>
          <p:cNvSpPr txBox="1"/>
          <p:nvPr/>
        </p:nvSpPr>
        <p:spPr>
          <a:xfrm>
            <a:off x="7639574" y="2643682"/>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sync</a:t>
            </a:r>
            <a:endParaRPr b="0" i="0" sz="1100" u="none" cap="none" strike="noStrike">
              <a:solidFill>
                <a:srgbClr val="000000"/>
              </a:solidFill>
              <a:latin typeface="Arial"/>
              <a:ea typeface="Arial"/>
              <a:cs typeface="Arial"/>
              <a:sym typeface="Arial"/>
            </a:endParaRPr>
          </a:p>
        </p:txBody>
      </p:sp>
      <p:sp>
        <p:nvSpPr>
          <p:cNvPr id="767" name="Google Shape;767;p75"/>
          <p:cNvSpPr txBox="1"/>
          <p:nvPr/>
        </p:nvSpPr>
        <p:spPr>
          <a:xfrm>
            <a:off x="7639574" y="3504873"/>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storage</a:t>
            </a:r>
            <a:endParaRPr b="0" i="0" sz="1100" u="none" cap="none" strike="noStrike">
              <a:solidFill>
                <a:srgbClr val="000000"/>
              </a:solidFill>
              <a:latin typeface="Arial"/>
              <a:ea typeface="Arial"/>
              <a:cs typeface="Arial"/>
              <a:sym typeface="Arial"/>
            </a:endParaRPr>
          </a:p>
        </p:txBody>
      </p:sp>
      <p:sp>
        <p:nvSpPr>
          <p:cNvPr id="768" name="Google Shape;768;p75"/>
          <p:cNvSpPr txBox="1"/>
          <p:nvPr/>
        </p:nvSpPr>
        <p:spPr>
          <a:xfrm>
            <a:off x="7639574" y="4366065"/>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eventing</a:t>
            </a:r>
            <a:endParaRPr b="0" i="0" sz="800" u="none" cap="none" strike="noStrike">
              <a:solidFill>
                <a:srgbClr val="000000"/>
              </a:solidFill>
              <a:latin typeface="Arial"/>
              <a:ea typeface="Arial"/>
              <a:cs typeface="Arial"/>
              <a:sym typeface="Arial"/>
            </a:endParaRPr>
          </a:p>
        </p:txBody>
      </p:sp>
      <p:pic>
        <p:nvPicPr>
          <p:cNvPr id="769" name="Google Shape;769;p75"/>
          <p:cNvPicPr preferRelativeResize="0"/>
          <p:nvPr/>
        </p:nvPicPr>
        <p:blipFill rotWithShape="1">
          <a:blip r:embed="rId3">
            <a:alphaModFix/>
          </a:blip>
          <a:srcRect b="0" l="0" r="0" t="0"/>
          <a:stretch/>
        </p:blipFill>
        <p:spPr>
          <a:xfrm>
            <a:off x="709150" y="1351289"/>
            <a:ext cx="428625" cy="428625"/>
          </a:xfrm>
          <a:prstGeom prst="rect">
            <a:avLst/>
          </a:prstGeom>
          <a:noFill/>
          <a:ln>
            <a:noFill/>
          </a:ln>
        </p:spPr>
      </p:pic>
      <p:pic>
        <p:nvPicPr>
          <p:cNvPr id="770" name="Google Shape;770;p75"/>
          <p:cNvPicPr preferRelativeResize="0"/>
          <p:nvPr/>
        </p:nvPicPr>
        <p:blipFill rotWithShape="1">
          <a:blip r:embed="rId4">
            <a:alphaModFix/>
          </a:blip>
          <a:srcRect b="0" l="0" r="0" t="0"/>
          <a:stretch/>
        </p:blipFill>
        <p:spPr>
          <a:xfrm>
            <a:off x="2169341" y="1351289"/>
            <a:ext cx="428625" cy="428625"/>
          </a:xfrm>
          <a:prstGeom prst="rect">
            <a:avLst/>
          </a:prstGeom>
          <a:noFill/>
          <a:ln>
            <a:noFill/>
          </a:ln>
        </p:spPr>
      </p:pic>
      <p:pic>
        <p:nvPicPr>
          <p:cNvPr id="771" name="Google Shape;771;p75"/>
          <p:cNvPicPr preferRelativeResize="0"/>
          <p:nvPr/>
        </p:nvPicPr>
        <p:blipFill rotWithShape="1">
          <a:blip r:embed="rId5">
            <a:alphaModFix/>
          </a:blip>
          <a:srcRect b="0" l="0" r="0" t="0"/>
          <a:stretch/>
        </p:blipFill>
        <p:spPr>
          <a:xfrm>
            <a:off x="3625771" y="1351289"/>
            <a:ext cx="428625" cy="428625"/>
          </a:xfrm>
          <a:prstGeom prst="rect">
            <a:avLst/>
          </a:prstGeom>
          <a:noFill/>
          <a:ln>
            <a:noFill/>
          </a:ln>
        </p:spPr>
      </p:pic>
      <p:pic>
        <p:nvPicPr>
          <p:cNvPr id="772" name="Google Shape;772;p75"/>
          <p:cNvPicPr preferRelativeResize="0"/>
          <p:nvPr/>
        </p:nvPicPr>
        <p:blipFill rotWithShape="1">
          <a:blip r:embed="rId6">
            <a:alphaModFix/>
          </a:blip>
          <a:srcRect b="0" l="0" r="0" t="0"/>
          <a:stretch/>
        </p:blipFill>
        <p:spPr>
          <a:xfrm>
            <a:off x="5068316" y="1351289"/>
            <a:ext cx="428625" cy="428625"/>
          </a:xfrm>
          <a:prstGeom prst="rect">
            <a:avLst/>
          </a:prstGeom>
          <a:noFill/>
          <a:ln>
            <a:noFill/>
          </a:ln>
        </p:spPr>
      </p:pic>
      <p:pic>
        <p:nvPicPr>
          <p:cNvPr id="773" name="Google Shape;773;p75"/>
          <p:cNvPicPr preferRelativeResize="0"/>
          <p:nvPr/>
        </p:nvPicPr>
        <p:blipFill rotWithShape="1">
          <a:blip r:embed="rId7">
            <a:alphaModFix/>
          </a:blip>
          <a:srcRect b="0" l="0" r="0" t="0"/>
          <a:stretch/>
        </p:blipFill>
        <p:spPr>
          <a:xfrm>
            <a:off x="6541213" y="1351289"/>
            <a:ext cx="428625" cy="428625"/>
          </a:xfrm>
          <a:prstGeom prst="rect">
            <a:avLst/>
          </a:prstGeom>
          <a:noFill/>
          <a:ln>
            <a:noFill/>
          </a:ln>
        </p:spPr>
      </p:pic>
      <p:pic>
        <p:nvPicPr>
          <p:cNvPr id="774" name="Google Shape;774;p75"/>
          <p:cNvPicPr preferRelativeResize="0"/>
          <p:nvPr/>
        </p:nvPicPr>
        <p:blipFill rotWithShape="1">
          <a:blip r:embed="rId8">
            <a:alphaModFix/>
          </a:blip>
          <a:srcRect b="0" l="0" r="0" t="0"/>
          <a:stretch/>
        </p:blipFill>
        <p:spPr>
          <a:xfrm>
            <a:off x="7977054" y="1351289"/>
            <a:ext cx="428625" cy="428625"/>
          </a:xfrm>
          <a:prstGeom prst="rect">
            <a:avLst/>
          </a:prstGeom>
          <a:noFill/>
          <a:ln>
            <a:noFill/>
          </a:ln>
        </p:spPr>
      </p:pic>
      <p:pic>
        <p:nvPicPr>
          <p:cNvPr id="775" name="Google Shape;775;p75"/>
          <p:cNvPicPr preferRelativeResize="0"/>
          <p:nvPr/>
        </p:nvPicPr>
        <p:blipFill rotWithShape="1">
          <a:blip r:embed="rId9">
            <a:alphaModFix/>
          </a:blip>
          <a:srcRect b="0" l="0" r="0" t="0"/>
          <a:stretch/>
        </p:blipFill>
        <p:spPr>
          <a:xfrm>
            <a:off x="709150" y="476139"/>
            <a:ext cx="428625" cy="428625"/>
          </a:xfrm>
          <a:prstGeom prst="rect">
            <a:avLst/>
          </a:prstGeom>
          <a:noFill/>
          <a:ln>
            <a:noFill/>
          </a:ln>
        </p:spPr>
      </p:pic>
      <p:pic>
        <p:nvPicPr>
          <p:cNvPr id="776" name="Google Shape;776;p75"/>
          <p:cNvPicPr preferRelativeResize="0"/>
          <p:nvPr/>
        </p:nvPicPr>
        <p:blipFill rotWithShape="1">
          <a:blip r:embed="rId10">
            <a:alphaModFix/>
          </a:blip>
          <a:srcRect b="0" l="0" r="0" t="0"/>
          <a:stretch/>
        </p:blipFill>
        <p:spPr>
          <a:xfrm>
            <a:off x="2167460" y="476139"/>
            <a:ext cx="428625" cy="428625"/>
          </a:xfrm>
          <a:prstGeom prst="rect">
            <a:avLst/>
          </a:prstGeom>
          <a:noFill/>
          <a:ln>
            <a:noFill/>
          </a:ln>
        </p:spPr>
      </p:pic>
      <p:pic>
        <p:nvPicPr>
          <p:cNvPr id="777" name="Google Shape;777;p75"/>
          <p:cNvPicPr preferRelativeResize="0"/>
          <p:nvPr/>
        </p:nvPicPr>
        <p:blipFill rotWithShape="1">
          <a:blip r:embed="rId11">
            <a:alphaModFix/>
          </a:blip>
          <a:srcRect b="0" l="0" r="0" t="0"/>
          <a:stretch/>
        </p:blipFill>
        <p:spPr>
          <a:xfrm>
            <a:off x="3625771" y="476139"/>
            <a:ext cx="428625" cy="428625"/>
          </a:xfrm>
          <a:prstGeom prst="rect">
            <a:avLst/>
          </a:prstGeom>
          <a:noFill/>
          <a:ln>
            <a:noFill/>
          </a:ln>
        </p:spPr>
      </p:pic>
      <p:pic>
        <p:nvPicPr>
          <p:cNvPr id="778" name="Google Shape;778;p75"/>
          <p:cNvPicPr preferRelativeResize="0"/>
          <p:nvPr/>
        </p:nvPicPr>
        <p:blipFill rotWithShape="1">
          <a:blip r:embed="rId12">
            <a:alphaModFix/>
          </a:blip>
          <a:srcRect b="0" l="0" r="0" t="0"/>
          <a:stretch/>
        </p:blipFill>
        <p:spPr>
          <a:xfrm>
            <a:off x="5068316" y="476139"/>
            <a:ext cx="428625" cy="428625"/>
          </a:xfrm>
          <a:prstGeom prst="rect">
            <a:avLst/>
          </a:prstGeom>
          <a:noFill/>
          <a:ln>
            <a:noFill/>
          </a:ln>
        </p:spPr>
      </p:pic>
      <p:pic>
        <p:nvPicPr>
          <p:cNvPr id="779" name="Google Shape;779;p75"/>
          <p:cNvPicPr preferRelativeResize="0"/>
          <p:nvPr/>
        </p:nvPicPr>
        <p:blipFill rotWithShape="1">
          <a:blip r:embed="rId13">
            <a:alphaModFix/>
          </a:blip>
          <a:srcRect b="0" l="0" r="0" t="0"/>
          <a:stretch/>
        </p:blipFill>
        <p:spPr>
          <a:xfrm>
            <a:off x="6541213" y="476139"/>
            <a:ext cx="428625" cy="428625"/>
          </a:xfrm>
          <a:prstGeom prst="rect">
            <a:avLst/>
          </a:prstGeom>
          <a:noFill/>
          <a:ln>
            <a:noFill/>
          </a:ln>
        </p:spPr>
      </p:pic>
      <p:pic>
        <p:nvPicPr>
          <p:cNvPr id="780" name="Google Shape;780;p75"/>
          <p:cNvPicPr preferRelativeResize="0"/>
          <p:nvPr/>
        </p:nvPicPr>
        <p:blipFill rotWithShape="1">
          <a:blip r:embed="rId14">
            <a:alphaModFix/>
          </a:blip>
          <a:srcRect b="0" l="0" r="0" t="0"/>
          <a:stretch/>
        </p:blipFill>
        <p:spPr>
          <a:xfrm>
            <a:off x="7977054" y="476139"/>
            <a:ext cx="428625" cy="428625"/>
          </a:xfrm>
          <a:prstGeom prst="rect">
            <a:avLst/>
          </a:prstGeom>
          <a:noFill/>
          <a:ln>
            <a:noFill/>
          </a:ln>
        </p:spPr>
      </p:pic>
      <p:pic>
        <p:nvPicPr>
          <p:cNvPr id="781" name="Google Shape;781;p75"/>
          <p:cNvPicPr preferRelativeResize="0"/>
          <p:nvPr/>
        </p:nvPicPr>
        <p:blipFill rotWithShape="1">
          <a:blip r:embed="rId15">
            <a:alphaModFix/>
          </a:blip>
          <a:srcRect b="0" l="0" r="0" t="0"/>
          <a:stretch/>
        </p:blipFill>
        <p:spPr>
          <a:xfrm>
            <a:off x="709150" y="2198134"/>
            <a:ext cx="428625" cy="428625"/>
          </a:xfrm>
          <a:prstGeom prst="rect">
            <a:avLst/>
          </a:prstGeom>
          <a:noFill/>
          <a:ln>
            <a:noFill/>
          </a:ln>
        </p:spPr>
      </p:pic>
      <p:pic>
        <p:nvPicPr>
          <p:cNvPr id="782" name="Google Shape;782;p75"/>
          <p:cNvPicPr preferRelativeResize="0"/>
          <p:nvPr/>
        </p:nvPicPr>
        <p:blipFill rotWithShape="1">
          <a:blip r:embed="rId16">
            <a:alphaModFix/>
          </a:blip>
          <a:srcRect b="0" l="0" r="0" t="0"/>
          <a:stretch/>
        </p:blipFill>
        <p:spPr>
          <a:xfrm>
            <a:off x="2169707" y="2198134"/>
            <a:ext cx="428625" cy="428625"/>
          </a:xfrm>
          <a:prstGeom prst="rect">
            <a:avLst/>
          </a:prstGeom>
          <a:noFill/>
          <a:ln>
            <a:noFill/>
          </a:ln>
        </p:spPr>
      </p:pic>
      <p:pic>
        <p:nvPicPr>
          <p:cNvPr id="783" name="Google Shape;783;p75"/>
          <p:cNvPicPr preferRelativeResize="0"/>
          <p:nvPr/>
        </p:nvPicPr>
        <p:blipFill rotWithShape="1">
          <a:blip r:embed="rId17">
            <a:alphaModFix/>
          </a:blip>
          <a:srcRect b="0" l="0" r="0" t="0"/>
          <a:stretch/>
        </p:blipFill>
        <p:spPr>
          <a:xfrm>
            <a:off x="3625771" y="2198134"/>
            <a:ext cx="428625" cy="428625"/>
          </a:xfrm>
          <a:prstGeom prst="rect">
            <a:avLst/>
          </a:prstGeom>
          <a:noFill/>
          <a:ln>
            <a:noFill/>
          </a:ln>
        </p:spPr>
      </p:pic>
      <p:pic>
        <p:nvPicPr>
          <p:cNvPr id="784" name="Google Shape;784;p75"/>
          <p:cNvPicPr preferRelativeResize="0"/>
          <p:nvPr/>
        </p:nvPicPr>
        <p:blipFill rotWithShape="1">
          <a:blip r:embed="rId18">
            <a:alphaModFix/>
          </a:blip>
          <a:srcRect b="0" l="0" r="0" t="0"/>
          <a:stretch/>
        </p:blipFill>
        <p:spPr>
          <a:xfrm>
            <a:off x="5054869" y="2198134"/>
            <a:ext cx="428625" cy="428625"/>
          </a:xfrm>
          <a:prstGeom prst="rect">
            <a:avLst/>
          </a:prstGeom>
          <a:noFill/>
          <a:ln>
            <a:noFill/>
          </a:ln>
        </p:spPr>
      </p:pic>
      <p:pic>
        <p:nvPicPr>
          <p:cNvPr id="785" name="Google Shape;785;p75"/>
          <p:cNvPicPr preferRelativeResize="0"/>
          <p:nvPr/>
        </p:nvPicPr>
        <p:blipFill rotWithShape="1">
          <a:blip r:embed="rId19">
            <a:alphaModFix/>
          </a:blip>
          <a:srcRect b="0" l="0" r="0" t="0"/>
          <a:stretch/>
        </p:blipFill>
        <p:spPr>
          <a:xfrm>
            <a:off x="6541213" y="2198134"/>
            <a:ext cx="428625" cy="428625"/>
          </a:xfrm>
          <a:prstGeom prst="rect">
            <a:avLst/>
          </a:prstGeom>
          <a:noFill/>
          <a:ln>
            <a:noFill/>
          </a:ln>
        </p:spPr>
      </p:pic>
      <p:pic>
        <p:nvPicPr>
          <p:cNvPr id="786" name="Google Shape;786;p75"/>
          <p:cNvPicPr preferRelativeResize="0"/>
          <p:nvPr/>
        </p:nvPicPr>
        <p:blipFill rotWithShape="1">
          <a:blip r:embed="rId20">
            <a:alphaModFix/>
          </a:blip>
          <a:srcRect b="0" l="0" r="0" t="0"/>
          <a:stretch/>
        </p:blipFill>
        <p:spPr>
          <a:xfrm>
            <a:off x="7977054" y="2198134"/>
            <a:ext cx="428625" cy="428625"/>
          </a:xfrm>
          <a:prstGeom prst="rect">
            <a:avLst/>
          </a:prstGeom>
          <a:noFill/>
          <a:ln>
            <a:noFill/>
          </a:ln>
        </p:spPr>
      </p:pic>
      <p:pic>
        <p:nvPicPr>
          <p:cNvPr id="787" name="Google Shape;787;p75"/>
          <p:cNvPicPr preferRelativeResize="0"/>
          <p:nvPr/>
        </p:nvPicPr>
        <p:blipFill rotWithShape="1">
          <a:blip r:embed="rId21">
            <a:alphaModFix/>
          </a:blip>
          <a:srcRect b="0" l="0" r="0" t="0"/>
          <a:stretch/>
        </p:blipFill>
        <p:spPr>
          <a:xfrm>
            <a:off x="709150" y="3057355"/>
            <a:ext cx="428625" cy="428625"/>
          </a:xfrm>
          <a:prstGeom prst="rect">
            <a:avLst/>
          </a:prstGeom>
          <a:noFill/>
          <a:ln>
            <a:noFill/>
          </a:ln>
        </p:spPr>
      </p:pic>
      <p:pic>
        <p:nvPicPr>
          <p:cNvPr id="788" name="Google Shape;788;p75"/>
          <p:cNvPicPr preferRelativeResize="0"/>
          <p:nvPr/>
        </p:nvPicPr>
        <p:blipFill rotWithShape="1">
          <a:blip r:embed="rId22">
            <a:alphaModFix/>
          </a:blip>
          <a:srcRect b="0" l="0" r="0" t="0"/>
          <a:stretch/>
        </p:blipFill>
        <p:spPr>
          <a:xfrm>
            <a:off x="2167460" y="3057355"/>
            <a:ext cx="428625" cy="428625"/>
          </a:xfrm>
          <a:prstGeom prst="rect">
            <a:avLst/>
          </a:prstGeom>
          <a:noFill/>
          <a:ln>
            <a:noFill/>
          </a:ln>
        </p:spPr>
      </p:pic>
      <p:pic>
        <p:nvPicPr>
          <p:cNvPr id="789" name="Google Shape;789;p75"/>
          <p:cNvPicPr preferRelativeResize="0"/>
          <p:nvPr/>
        </p:nvPicPr>
        <p:blipFill rotWithShape="1">
          <a:blip r:embed="rId23">
            <a:alphaModFix/>
          </a:blip>
          <a:srcRect b="0" l="0" r="0" t="0"/>
          <a:stretch/>
        </p:blipFill>
        <p:spPr>
          <a:xfrm>
            <a:off x="3625771" y="3057355"/>
            <a:ext cx="428625" cy="428625"/>
          </a:xfrm>
          <a:prstGeom prst="rect">
            <a:avLst/>
          </a:prstGeom>
          <a:noFill/>
          <a:ln>
            <a:noFill/>
          </a:ln>
        </p:spPr>
      </p:pic>
      <p:pic>
        <p:nvPicPr>
          <p:cNvPr id="790" name="Google Shape;790;p75"/>
          <p:cNvPicPr preferRelativeResize="0"/>
          <p:nvPr/>
        </p:nvPicPr>
        <p:blipFill rotWithShape="1">
          <a:blip r:embed="rId24">
            <a:alphaModFix/>
          </a:blip>
          <a:srcRect b="0" l="0" r="0" t="0"/>
          <a:stretch/>
        </p:blipFill>
        <p:spPr>
          <a:xfrm>
            <a:off x="5058377" y="3057355"/>
            <a:ext cx="428625" cy="428625"/>
          </a:xfrm>
          <a:prstGeom prst="rect">
            <a:avLst/>
          </a:prstGeom>
          <a:noFill/>
          <a:ln>
            <a:noFill/>
          </a:ln>
        </p:spPr>
      </p:pic>
      <p:pic>
        <p:nvPicPr>
          <p:cNvPr id="791" name="Google Shape;791;p75"/>
          <p:cNvPicPr preferRelativeResize="0"/>
          <p:nvPr/>
        </p:nvPicPr>
        <p:blipFill rotWithShape="1">
          <a:blip r:embed="rId25">
            <a:alphaModFix/>
          </a:blip>
          <a:srcRect b="0" l="0" r="0" t="0"/>
          <a:stretch/>
        </p:blipFill>
        <p:spPr>
          <a:xfrm>
            <a:off x="6541213" y="3057355"/>
            <a:ext cx="428625" cy="428625"/>
          </a:xfrm>
          <a:prstGeom prst="rect">
            <a:avLst/>
          </a:prstGeom>
          <a:noFill/>
          <a:ln>
            <a:noFill/>
          </a:ln>
        </p:spPr>
      </p:pic>
      <p:pic>
        <p:nvPicPr>
          <p:cNvPr id="792" name="Google Shape;792;p75"/>
          <p:cNvPicPr preferRelativeResize="0"/>
          <p:nvPr/>
        </p:nvPicPr>
        <p:blipFill rotWithShape="1">
          <a:blip r:embed="rId26">
            <a:alphaModFix/>
          </a:blip>
          <a:srcRect b="0" l="0" r="0" t="0"/>
          <a:stretch/>
        </p:blipFill>
        <p:spPr>
          <a:xfrm>
            <a:off x="738321" y="3920527"/>
            <a:ext cx="428625" cy="428625"/>
          </a:xfrm>
          <a:prstGeom prst="rect">
            <a:avLst/>
          </a:prstGeom>
          <a:noFill/>
          <a:ln>
            <a:noFill/>
          </a:ln>
        </p:spPr>
      </p:pic>
      <p:pic>
        <p:nvPicPr>
          <p:cNvPr id="793" name="Google Shape;793;p75"/>
          <p:cNvPicPr preferRelativeResize="0"/>
          <p:nvPr/>
        </p:nvPicPr>
        <p:blipFill rotWithShape="1">
          <a:blip r:embed="rId27">
            <a:alphaModFix/>
          </a:blip>
          <a:srcRect b="0" l="0" r="0" t="0"/>
          <a:stretch/>
        </p:blipFill>
        <p:spPr>
          <a:xfrm>
            <a:off x="3635978" y="3923393"/>
            <a:ext cx="428625" cy="428625"/>
          </a:xfrm>
          <a:prstGeom prst="rect">
            <a:avLst/>
          </a:prstGeom>
          <a:noFill/>
          <a:ln>
            <a:noFill/>
          </a:ln>
        </p:spPr>
      </p:pic>
      <p:pic>
        <p:nvPicPr>
          <p:cNvPr id="794" name="Google Shape;794;p75"/>
          <p:cNvPicPr preferRelativeResize="0"/>
          <p:nvPr/>
        </p:nvPicPr>
        <p:blipFill rotWithShape="1">
          <a:blip r:embed="rId28">
            <a:alphaModFix/>
          </a:blip>
          <a:srcRect b="0" l="0" r="0" t="0"/>
          <a:stretch/>
        </p:blipFill>
        <p:spPr>
          <a:xfrm>
            <a:off x="2217088" y="3920527"/>
            <a:ext cx="428625" cy="428625"/>
          </a:xfrm>
          <a:prstGeom prst="rect">
            <a:avLst/>
          </a:prstGeom>
          <a:noFill/>
          <a:ln>
            <a:noFill/>
          </a:ln>
        </p:spPr>
      </p:pic>
      <p:pic>
        <p:nvPicPr>
          <p:cNvPr id="795" name="Google Shape;795;p75"/>
          <p:cNvPicPr preferRelativeResize="0"/>
          <p:nvPr/>
        </p:nvPicPr>
        <p:blipFill rotWithShape="1">
          <a:blip r:embed="rId29">
            <a:alphaModFix/>
          </a:blip>
          <a:srcRect b="0" l="0" r="0" t="0"/>
          <a:stretch/>
        </p:blipFill>
        <p:spPr>
          <a:xfrm>
            <a:off x="5054869" y="3923393"/>
            <a:ext cx="428625" cy="428625"/>
          </a:xfrm>
          <a:prstGeom prst="rect">
            <a:avLst/>
          </a:prstGeom>
          <a:noFill/>
          <a:ln>
            <a:noFill/>
          </a:ln>
        </p:spPr>
      </p:pic>
      <p:pic>
        <p:nvPicPr>
          <p:cNvPr id="796" name="Google Shape;796;p75"/>
          <p:cNvPicPr preferRelativeResize="0"/>
          <p:nvPr/>
        </p:nvPicPr>
        <p:blipFill rotWithShape="1">
          <a:blip r:embed="rId30">
            <a:alphaModFix/>
          </a:blip>
          <a:srcRect b="0" l="0" r="0" t="0"/>
          <a:stretch/>
        </p:blipFill>
        <p:spPr>
          <a:xfrm>
            <a:off x="6531710" y="3923393"/>
            <a:ext cx="428625" cy="428625"/>
          </a:xfrm>
          <a:prstGeom prst="rect">
            <a:avLst/>
          </a:prstGeom>
          <a:noFill/>
          <a:ln>
            <a:noFill/>
          </a:ln>
        </p:spPr>
      </p:pic>
      <p:pic>
        <p:nvPicPr>
          <p:cNvPr id="797" name="Google Shape;797;p75"/>
          <p:cNvPicPr preferRelativeResize="0"/>
          <p:nvPr/>
        </p:nvPicPr>
        <p:blipFill rotWithShape="1">
          <a:blip r:embed="rId31">
            <a:alphaModFix/>
          </a:blip>
          <a:srcRect b="0" l="0" r="0" t="0"/>
          <a:stretch/>
        </p:blipFill>
        <p:spPr>
          <a:xfrm>
            <a:off x="7977054" y="3032555"/>
            <a:ext cx="428625" cy="428625"/>
          </a:xfrm>
          <a:prstGeom prst="rect">
            <a:avLst/>
          </a:prstGeom>
          <a:noFill/>
          <a:ln>
            <a:noFill/>
          </a:ln>
        </p:spPr>
      </p:pic>
      <p:pic>
        <p:nvPicPr>
          <p:cNvPr id="798" name="Google Shape;798;p75"/>
          <p:cNvPicPr preferRelativeResize="0"/>
          <p:nvPr/>
        </p:nvPicPr>
        <p:blipFill rotWithShape="1">
          <a:blip r:embed="rId32">
            <a:alphaModFix/>
          </a:blip>
          <a:srcRect b="0" l="0" r="0" t="0"/>
          <a:stretch/>
        </p:blipFill>
        <p:spPr>
          <a:xfrm>
            <a:off x="7977054" y="3923393"/>
            <a:ext cx="428625" cy="4286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2" name="Shape 802"/>
        <p:cNvGrpSpPr/>
        <p:nvPr/>
      </p:nvGrpSpPr>
      <p:grpSpPr>
        <a:xfrm>
          <a:off x="0" y="0"/>
          <a:ext cx="0" cy="0"/>
          <a:chOff x="0" y="0"/>
          <a:chExt cx="0" cy="0"/>
        </a:xfrm>
      </p:grpSpPr>
      <p:sp>
        <p:nvSpPr>
          <p:cNvPr id="803" name="Google Shape;803;p76"/>
          <p:cNvSpPr txBox="1"/>
          <p:nvPr/>
        </p:nvSpPr>
        <p:spPr>
          <a:xfrm>
            <a:off x="371669" y="921299"/>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workloads</a:t>
            </a:r>
            <a:endParaRPr b="0" i="0" sz="1100" u="none" cap="none" strike="noStrike">
              <a:solidFill>
                <a:srgbClr val="000000"/>
              </a:solidFill>
              <a:latin typeface="Arial"/>
              <a:ea typeface="Arial"/>
              <a:cs typeface="Arial"/>
              <a:sym typeface="Arial"/>
            </a:endParaRPr>
          </a:p>
        </p:txBody>
      </p:sp>
      <p:sp>
        <p:nvSpPr>
          <p:cNvPr id="804" name="Google Shape;804;p76"/>
          <p:cNvSpPr txBox="1"/>
          <p:nvPr/>
        </p:nvSpPr>
        <p:spPr>
          <a:xfrm>
            <a:off x="371669" y="1782490"/>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reliability</a:t>
            </a:r>
            <a:endParaRPr b="0" i="0" sz="1100" u="none" cap="none" strike="noStrike">
              <a:solidFill>
                <a:srgbClr val="000000"/>
              </a:solidFill>
              <a:latin typeface="Arial"/>
              <a:ea typeface="Arial"/>
              <a:cs typeface="Arial"/>
              <a:sym typeface="Arial"/>
            </a:endParaRPr>
          </a:p>
        </p:txBody>
      </p:sp>
      <p:sp>
        <p:nvSpPr>
          <p:cNvPr id="805" name="Google Shape;805;p76"/>
          <p:cNvSpPr txBox="1"/>
          <p:nvPr/>
        </p:nvSpPr>
        <p:spPr>
          <a:xfrm>
            <a:off x="371669" y="2643682"/>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manufacturing</a:t>
            </a:r>
            <a:endParaRPr b="0" i="0" sz="1100" u="none" cap="none" strike="noStrike">
              <a:solidFill>
                <a:srgbClr val="000000"/>
              </a:solidFill>
              <a:latin typeface="Arial"/>
              <a:ea typeface="Arial"/>
              <a:cs typeface="Arial"/>
              <a:sym typeface="Arial"/>
            </a:endParaRPr>
          </a:p>
        </p:txBody>
      </p:sp>
      <p:sp>
        <p:nvSpPr>
          <p:cNvPr id="806" name="Google Shape;806;p76"/>
          <p:cNvSpPr txBox="1"/>
          <p:nvPr/>
        </p:nvSpPr>
        <p:spPr>
          <a:xfrm>
            <a:off x="371669" y="3504873"/>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gaming 2</a:t>
            </a:r>
            <a:endParaRPr b="0" i="0" sz="1100" u="none" cap="none" strike="noStrike">
              <a:solidFill>
                <a:srgbClr val="000000"/>
              </a:solidFill>
              <a:latin typeface="Arial"/>
              <a:ea typeface="Arial"/>
              <a:cs typeface="Arial"/>
              <a:sym typeface="Arial"/>
            </a:endParaRPr>
          </a:p>
        </p:txBody>
      </p:sp>
      <p:sp>
        <p:nvSpPr>
          <p:cNvPr id="807" name="Google Shape;807;p76"/>
          <p:cNvSpPr txBox="1"/>
          <p:nvPr/>
        </p:nvSpPr>
        <p:spPr>
          <a:xfrm>
            <a:off x="1829980" y="921299"/>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technology services</a:t>
            </a:r>
            <a:endParaRPr b="0" i="0" sz="1100" u="none" cap="none" strike="noStrike">
              <a:solidFill>
                <a:srgbClr val="000000"/>
              </a:solidFill>
              <a:latin typeface="Arial"/>
              <a:ea typeface="Arial"/>
              <a:cs typeface="Arial"/>
              <a:sym typeface="Arial"/>
            </a:endParaRPr>
          </a:p>
        </p:txBody>
      </p:sp>
      <p:sp>
        <p:nvSpPr>
          <p:cNvPr id="808" name="Google Shape;808;p76"/>
          <p:cNvSpPr txBox="1"/>
          <p:nvPr/>
        </p:nvSpPr>
        <p:spPr>
          <a:xfrm>
            <a:off x="1829980" y="1782490"/>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travel</a:t>
            </a:r>
            <a:endParaRPr b="0" i="0" sz="1100" u="none" cap="none" strike="noStrike">
              <a:solidFill>
                <a:srgbClr val="000000"/>
              </a:solidFill>
              <a:latin typeface="Arial"/>
              <a:ea typeface="Arial"/>
              <a:cs typeface="Arial"/>
              <a:sym typeface="Arial"/>
            </a:endParaRPr>
          </a:p>
        </p:txBody>
      </p:sp>
      <p:sp>
        <p:nvSpPr>
          <p:cNvPr id="809" name="Google Shape;809;p76"/>
          <p:cNvSpPr txBox="1"/>
          <p:nvPr/>
        </p:nvSpPr>
        <p:spPr>
          <a:xfrm>
            <a:off x="1829980" y="2643682"/>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quality control</a:t>
            </a:r>
            <a:endParaRPr b="0" i="0" sz="1100" u="none" cap="none" strike="noStrike">
              <a:solidFill>
                <a:srgbClr val="000000"/>
              </a:solidFill>
              <a:latin typeface="Arial"/>
              <a:ea typeface="Arial"/>
              <a:cs typeface="Arial"/>
              <a:sym typeface="Arial"/>
            </a:endParaRPr>
          </a:p>
        </p:txBody>
      </p:sp>
      <p:sp>
        <p:nvSpPr>
          <p:cNvPr id="810" name="Google Shape;810;p76"/>
          <p:cNvSpPr txBox="1"/>
          <p:nvPr/>
        </p:nvSpPr>
        <p:spPr>
          <a:xfrm>
            <a:off x="1829980" y="3504873"/>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FTS</a:t>
            </a:r>
            <a:endParaRPr b="0" i="0" sz="1100" u="none" cap="none" strike="noStrike">
              <a:solidFill>
                <a:srgbClr val="000000"/>
              </a:solidFill>
              <a:latin typeface="Arial"/>
              <a:ea typeface="Arial"/>
              <a:cs typeface="Arial"/>
              <a:sym typeface="Arial"/>
            </a:endParaRPr>
          </a:p>
        </p:txBody>
      </p:sp>
      <p:sp>
        <p:nvSpPr>
          <p:cNvPr id="811" name="Google Shape;811;p76"/>
          <p:cNvSpPr txBox="1"/>
          <p:nvPr/>
        </p:nvSpPr>
        <p:spPr>
          <a:xfrm>
            <a:off x="3288290" y="921299"/>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telecom</a:t>
            </a:r>
            <a:endParaRPr b="0" i="0" sz="1100" u="none" cap="none" strike="noStrike">
              <a:solidFill>
                <a:srgbClr val="000000"/>
              </a:solidFill>
              <a:latin typeface="Arial"/>
              <a:ea typeface="Arial"/>
              <a:cs typeface="Arial"/>
              <a:sym typeface="Arial"/>
            </a:endParaRPr>
          </a:p>
        </p:txBody>
      </p:sp>
      <p:sp>
        <p:nvSpPr>
          <p:cNvPr id="812" name="Google Shape;812;p76"/>
          <p:cNvSpPr txBox="1"/>
          <p:nvPr/>
        </p:nvSpPr>
        <p:spPr>
          <a:xfrm>
            <a:off x="3288290" y="1782490"/>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multi regional</a:t>
            </a:r>
            <a:endParaRPr b="0" i="0" sz="1100" u="none" cap="none" strike="noStrike">
              <a:solidFill>
                <a:srgbClr val="000000"/>
              </a:solidFill>
              <a:latin typeface="Arial"/>
              <a:ea typeface="Arial"/>
              <a:cs typeface="Arial"/>
              <a:sym typeface="Arial"/>
            </a:endParaRPr>
          </a:p>
        </p:txBody>
      </p:sp>
      <p:sp>
        <p:nvSpPr>
          <p:cNvPr id="813" name="Google Shape;813;p76"/>
          <p:cNvSpPr txBox="1"/>
          <p:nvPr/>
        </p:nvSpPr>
        <p:spPr>
          <a:xfrm>
            <a:off x="3288290" y="2643682"/>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high tech</a:t>
            </a:r>
            <a:endParaRPr b="0" i="0" sz="1100" u="none" cap="none" strike="noStrike">
              <a:solidFill>
                <a:srgbClr val="000000"/>
              </a:solidFill>
              <a:latin typeface="Arial"/>
              <a:ea typeface="Arial"/>
              <a:cs typeface="Arial"/>
              <a:sym typeface="Arial"/>
            </a:endParaRPr>
          </a:p>
        </p:txBody>
      </p:sp>
      <p:sp>
        <p:nvSpPr>
          <p:cNvPr id="814" name="Google Shape;814;p76"/>
          <p:cNvSpPr txBox="1"/>
          <p:nvPr/>
        </p:nvSpPr>
        <p:spPr>
          <a:xfrm>
            <a:off x="3288290" y="3504873"/>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fully managed</a:t>
            </a:r>
            <a:endParaRPr b="0" i="0" sz="1100" u="none" cap="none" strike="noStrike">
              <a:solidFill>
                <a:srgbClr val="000000"/>
              </a:solidFill>
              <a:latin typeface="Arial"/>
              <a:ea typeface="Arial"/>
              <a:cs typeface="Arial"/>
              <a:sym typeface="Arial"/>
            </a:endParaRPr>
          </a:p>
        </p:txBody>
      </p:sp>
      <p:sp>
        <p:nvSpPr>
          <p:cNvPr id="815" name="Google Shape;815;p76"/>
          <p:cNvSpPr txBox="1"/>
          <p:nvPr/>
        </p:nvSpPr>
        <p:spPr>
          <a:xfrm>
            <a:off x="4730835" y="921299"/>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SQL code</a:t>
            </a:r>
            <a:endParaRPr b="0" i="0" sz="1100" u="none" cap="none" strike="noStrike">
              <a:solidFill>
                <a:srgbClr val="000000"/>
              </a:solidFill>
              <a:latin typeface="Arial"/>
              <a:ea typeface="Arial"/>
              <a:cs typeface="Arial"/>
              <a:sym typeface="Arial"/>
            </a:endParaRPr>
          </a:p>
        </p:txBody>
      </p:sp>
      <p:sp>
        <p:nvSpPr>
          <p:cNvPr id="816" name="Google Shape;816;p76"/>
          <p:cNvSpPr txBox="1"/>
          <p:nvPr/>
        </p:nvSpPr>
        <p:spPr>
          <a:xfrm>
            <a:off x="4730835" y="1782490"/>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IoT sync</a:t>
            </a:r>
            <a:endParaRPr b="0" i="0" sz="1100" u="none" cap="none" strike="noStrike">
              <a:solidFill>
                <a:srgbClr val="000000"/>
              </a:solidFill>
              <a:latin typeface="Arial"/>
              <a:ea typeface="Arial"/>
              <a:cs typeface="Arial"/>
              <a:sym typeface="Arial"/>
            </a:endParaRPr>
          </a:p>
        </p:txBody>
      </p:sp>
      <p:sp>
        <p:nvSpPr>
          <p:cNvPr id="817" name="Google Shape;817;p76"/>
          <p:cNvSpPr txBox="1"/>
          <p:nvPr/>
        </p:nvSpPr>
        <p:spPr>
          <a:xfrm>
            <a:off x="4730835" y="2643682"/>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always on</a:t>
            </a:r>
            <a:endParaRPr b="0" i="0" sz="1100" u="none" cap="none" strike="noStrike">
              <a:solidFill>
                <a:srgbClr val="000000"/>
              </a:solidFill>
              <a:latin typeface="Arial"/>
              <a:ea typeface="Arial"/>
              <a:cs typeface="Arial"/>
              <a:sym typeface="Arial"/>
            </a:endParaRPr>
          </a:p>
        </p:txBody>
      </p:sp>
      <p:sp>
        <p:nvSpPr>
          <p:cNvPr id="818" name="Google Shape;818;p76"/>
          <p:cNvSpPr txBox="1"/>
          <p:nvPr/>
        </p:nvSpPr>
        <p:spPr>
          <a:xfrm>
            <a:off x="4730835" y="3504873"/>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financial</a:t>
            </a:r>
            <a:endParaRPr b="0" i="0" sz="1100" u="none" cap="none" strike="noStrike">
              <a:solidFill>
                <a:srgbClr val="000000"/>
              </a:solidFill>
              <a:latin typeface="Arial"/>
              <a:ea typeface="Arial"/>
              <a:cs typeface="Arial"/>
              <a:sym typeface="Arial"/>
            </a:endParaRPr>
          </a:p>
        </p:txBody>
      </p:sp>
      <p:sp>
        <p:nvSpPr>
          <p:cNvPr id="819" name="Google Shape;819;p76"/>
          <p:cNvSpPr txBox="1"/>
          <p:nvPr/>
        </p:nvSpPr>
        <p:spPr>
          <a:xfrm>
            <a:off x="6197029" y="921299"/>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security</a:t>
            </a:r>
            <a:endParaRPr b="0" i="0" sz="1100" u="none" cap="none" strike="noStrike">
              <a:solidFill>
                <a:srgbClr val="000000"/>
              </a:solidFill>
              <a:latin typeface="Arial"/>
              <a:ea typeface="Arial"/>
              <a:cs typeface="Arial"/>
              <a:sym typeface="Arial"/>
            </a:endParaRPr>
          </a:p>
        </p:txBody>
      </p:sp>
      <p:sp>
        <p:nvSpPr>
          <p:cNvPr id="820" name="Google Shape;820;p76"/>
          <p:cNvSpPr txBox="1"/>
          <p:nvPr/>
        </p:nvSpPr>
        <p:spPr>
          <a:xfrm>
            <a:off x="6197029" y="1782490"/>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memory</a:t>
            </a:r>
            <a:endParaRPr b="0" i="0" sz="1100" u="none" cap="none" strike="noStrike">
              <a:solidFill>
                <a:srgbClr val="000000"/>
              </a:solidFill>
              <a:latin typeface="Arial"/>
              <a:ea typeface="Arial"/>
              <a:cs typeface="Arial"/>
              <a:sym typeface="Arial"/>
            </a:endParaRPr>
          </a:p>
        </p:txBody>
      </p:sp>
      <p:sp>
        <p:nvSpPr>
          <p:cNvPr id="821" name="Google Shape;821;p76"/>
          <p:cNvSpPr txBox="1"/>
          <p:nvPr/>
        </p:nvSpPr>
        <p:spPr>
          <a:xfrm>
            <a:off x="6197029" y="2643682"/>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geo replicate</a:t>
            </a:r>
            <a:endParaRPr b="0" i="0" sz="1100" u="none" cap="none" strike="noStrike">
              <a:solidFill>
                <a:srgbClr val="000000"/>
              </a:solidFill>
              <a:latin typeface="Arial"/>
              <a:ea typeface="Arial"/>
              <a:cs typeface="Arial"/>
              <a:sym typeface="Arial"/>
            </a:endParaRPr>
          </a:p>
        </p:txBody>
      </p:sp>
      <p:sp>
        <p:nvSpPr>
          <p:cNvPr id="822" name="Google Shape;822;p76"/>
          <p:cNvSpPr txBox="1"/>
          <p:nvPr/>
        </p:nvSpPr>
        <p:spPr>
          <a:xfrm>
            <a:off x="7639574" y="921299"/>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retail</a:t>
            </a:r>
            <a:endParaRPr b="0" i="0" sz="1100" u="none" cap="none" strike="noStrike">
              <a:solidFill>
                <a:srgbClr val="000000"/>
              </a:solidFill>
              <a:latin typeface="Arial"/>
              <a:ea typeface="Arial"/>
              <a:cs typeface="Arial"/>
              <a:sym typeface="Arial"/>
            </a:endParaRPr>
          </a:p>
        </p:txBody>
      </p:sp>
      <p:sp>
        <p:nvSpPr>
          <p:cNvPr id="823" name="Google Shape;823;p76"/>
          <p:cNvSpPr txBox="1"/>
          <p:nvPr/>
        </p:nvSpPr>
        <p:spPr>
          <a:xfrm>
            <a:off x="7639574" y="1782490"/>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media</a:t>
            </a:r>
            <a:endParaRPr b="0" i="0" sz="1100" u="none" cap="none" strike="noStrike">
              <a:solidFill>
                <a:srgbClr val="000000"/>
              </a:solidFill>
              <a:latin typeface="Arial"/>
              <a:ea typeface="Arial"/>
              <a:cs typeface="Arial"/>
              <a:sym typeface="Arial"/>
            </a:endParaRPr>
          </a:p>
        </p:txBody>
      </p:sp>
      <p:sp>
        <p:nvSpPr>
          <p:cNvPr id="824" name="Google Shape;824;p76"/>
          <p:cNvSpPr txBox="1"/>
          <p:nvPr/>
        </p:nvSpPr>
        <p:spPr>
          <a:xfrm>
            <a:off x="7639574" y="2643682"/>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healthcare</a:t>
            </a:r>
            <a:endParaRPr b="0" i="0" sz="1100" u="none" cap="none" strike="noStrike">
              <a:solidFill>
                <a:srgbClr val="000000"/>
              </a:solidFill>
              <a:latin typeface="Arial"/>
              <a:ea typeface="Arial"/>
              <a:cs typeface="Arial"/>
              <a:sym typeface="Arial"/>
            </a:endParaRPr>
          </a:p>
        </p:txBody>
      </p:sp>
      <p:pic>
        <p:nvPicPr>
          <p:cNvPr id="825" name="Google Shape;825;p76"/>
          <p:cNvPicPr preferRelativeResize="0"/>
          <p:nvPr/>
        </p:nvPicPr>
        <p:blipFill rotWithShape="1">
          <a:blip r:embed="rId3">
            <a:alphaModFix/>
          </a:blip>
          <a:srcRect b="0" l="0" r="0" t="0"/>
          <a:stretch/>
        </p:blipFill>
        <p:spPr>
          <a:xfrm>
            <a:off x="5071499" y="3068687"/>
            <a:ext cx="428625" cy="428625"/>
          </a:xfrm>
          <a:prstGeom prst="rect">
            <a:avLst/>
          </a:prstGeom>
          <a:noFill/>
          <a:ln>
            <a:noFill/>
          </a:ln>
        </p:spPr>
      </p:pic>
      <p:pic>
        <p:nvPicPr>
          <p:cNvPr id="826" name="Google Shape;826;p76"/>
          <p:cNvPicPr preferRelativeResize="0"/>
          <p:nvPr/>
        </p:nvPicPr>
        <p:blipFill rotWithShape="1">
          <a:blip r:embed="rId4">
            <a:alphaModFix/>
          </a:blip>
          <a:srcRect b="0" l="0" r="0" t="0"/>
          <a:stretch/>
        </p:blipFill>
        <p:spPr>
          <a:xfrm>
            <a:off x="2167460" y="3076248"/>
            <a:ext cx="428625" cy="428625"/>
          </a:xfrm>
          <a:prstGeom prst="rect">
            <a:avLst/>
          </a:prstGeom>
          <a:noFill/>
          <a:ln>
            <a:noFill/>
          </a:ln>
        </p:spPr>
      </p:pic>
      <p:pic>
        <p:nvPicPr>
          <p:cNvPr id="827" name="Google Shape;827;p76"/>
          <p:cNvPicPr preferRelativeResize="0"/>
          <p:nvPr/>
        </p:nvPicPr>
        <p:blipFill rotWithShape="1">
          <a:blip r:embed="rId5">
            <a:alphaModFix/>
          </a:blip>
          <a:srcRect b="0" l="0" r="0" t="0"/>
          <a:stretch/>
        </p:blipFill>
        <p:spPr>
          <a:xfrm>
            <a:off x="3625771" y="3068687"/>
            <a:ext cx="428625" cy="428625"/>
          </a:xfrm>
          <a:prstGeom prst="rect">
            <a:avLst/>
          </a:prstGeom>
          <a:noFill/>
          <a:ln>
            <a:noFill/>
          </a:ln>
        </p:spPr>
      </p:pic>
      <p:pic>
        <p:nvPicPr>
          <p:cNvPr id="828" name="Google Shape;828;p76"/>
          <p:cNvPicPr preferRelativeResize="0"/>
          <p:nvPr/>
        </p:nvPicPr>
        <p:blipFill rotWithShape="1">
          <a:blip r:embed="rId6">
            <a:alphaModFix/>
          </a:blip>
          <a:srcRect b="0" l="0" r="0" t="0"/>
          <a:stretch/>
        </p:blipFill>
        <p:spPr>
          <a:xfrm>
            <a:off x="756930" y="3076248"/>
            <a:ext cx="428625" cy="428625"/>
          </a:xfrm>
          <a:prstGeom prst="rect">
            <a:avLst/>
          </a:prstGeom>
          <a:noFill/>
          <a:ln>
            <a:noFill/>
          </a:ln>
        </p:spPr>
      </p:pic>
      <p:pic>
        <p:nvPicPr>
          <p:cNvPr id="829" name="Google Shape;829;p76"/>
          <p:cNvPicPr preferRelativeResize="0"/>
          <p:nvPr/>
        </p:nvPicPr>
        <p:blipFill rotWithShape="1">
          <a:blip r:embed="rId7">
            <a:alphaModFix/>
          </a:blip>
          <a:srcRect b="0" l="0" r="0" t="0"/>
          <a:stretch/>
        </p:blipFill>
        <p:spPr>
          <a:xfrm>
            <a:off x="6534509" y="2208771"/>
            <a:ext cx="428625" cy="428625"/>
          </a:xfrm>
          <a:prstGeom prst="rect">
            <a:avLst/>
          </a:prstGeom>
          <a:noFill/>
          <a:ln>
            <a:noFill/>
          </a:ln>
        </p:spPr>
      </p:pic>
      <p:pic>
        <p:nvPicPr>
          <p:cNvPr id="830" name="Google Shape;830;p76"/>
          <p:cNvPicPr preferRelativeResize="0"/>
          <p:nvPr/>
        </p:nvPicPr>
        <p:blipFill rotWithShape="1">
          <a:blip r:embed="rId8">
            <a:alphaModFix/>
          </a:blip>
          <a:srcRect b="0" l="0" r="0" t="0"/>
          <a:stretch/>
        </p:blipFill>
        <p:spPr>
          <a:xfrm>
            <a:off x="7980431" y="2199206"/>
            <a:ext cx="428625" cy="428625"/>
          </a:xfrm>
          <a:prstGeom prst="rect">
            <a:avLst/>
          </a:prstGeom>
          <a:noFill/>
          <a:ln>
            <a:noFill/>
          </a:ln>
        </p:spPr>
      </p:pic>
      <p:pic>
        <p:nvPicPr>
          <p:cNvPr id="831" name="Google Shape;831;p76"/>
          <p:cNvPicPr preferRelativeResize="0"/>
          <p:nvPr/>
        </p:nvPicPr>
        <p:blipFill rotWithShape="1">
          <a:blip r:embed="rId9">
            <a:alphaModFix/>
          </a:blip>
          <a:srcRect b="0" l="0" r="0" t="0"/>
          <a:stretch/>
        </p:blipFill>
        <p:spPr>
          <a:xfrm>
            <a:off x="5068316" y="2208771"/>
            <a:ext cx="428625" cy="428625"/>
          </a:xfrm>
          <a:prstGeom prst="rect">
            <a:avLst/>
          </a:prstGeom>
          <a:noFill/>
          <a:ln>
            <a:noFill/>
          </a:ln>
        </p:spPr>
      </p:pic>
      <p:pic>
        <p:nvPicPr>
          <p:cNvPr id="832" name="Google Shape;832;p76"/>
          <p:cNvPicPr preferRelativeResize="0"/>
          <p:nvPr/>
        </p:nvPicPr>
        <p:blipFill rotWithShape="1">
          <a:blip r:embed="rId10">
            <a:alphaModFix/>
          </a:blip>
          <a:srcRect b="0" l="0" r="0" t="0"/>
          <a:stretch/>
        </p:blipFill>
        <p:spPr>
          <a:xfrm>
            <a:off x="3625771" y="2208771"/>
            <a:ext cx="428625" cy="428625"/>
          </a:xfrm>
          <a:prstGeom prst="rect">
            <a:avLst/>
          </a:prstGeom>
          <a:noFill/>
          <a:ln>
            <a:noFill/>
          </a:ln>
        </p:spPr>
      </p:pic>
      <p:pic>
        <p:nvPicPr>
          <p:cNvPr id="833" name="Google Shape;833;p76"/>
          <p:cNvPicPr preferRelativeResize="0"/>
          <p:nvPr/>
        </p:nvPicPr>
        <p:blipFill rotWithShape="1">
          <a:blip r:embed="rId11">
            <a:alphaModFix/>
          </a:blip>
          <a:srcRect b="0" l="0" r="0" t="0"/>
          <a:stretch/>
        </p:blipFill>
        <p:spPr>
          <a:xfrm>
            <a:off x="2170182" y="2208771"/>
            <a:ext cx="428625" cy="428625"/>
          </a:xfrm>
          <a:prstGeom prst="rect">
            <a:avLst/>
          </a:prstGeom>
          <a:noFill/>
          <a:ln>
            <a:noFill/>
          </a:ln>
        </p:spPr>
      </p:pic>
      <p:pic>
        <p:nvPicPr>
          <p:cNvPr id="834" name="Google Shape;834;p76"/>
          <p:cNvPicPr preferRelativeResize="0"/>
          <p:nvPr/>
        </p:nvPicPr>
        <p:blipFill rotWithShape="1">
          <a:blip r:embed="rId12">
            <a:alphaModFix/>
          </a:blip>
          <a:srcRect b="0" l="0" r="0" t="0"/>
          <a:stretch/>
        </p:blipFill>
        <p:spPr>
          <a:xfrm>
            <a:off x="709150" y="2215057"/>
            <a:ext cx="428625" cy="428625"/>
          </a:xfrm>
          <a:prstGeom prst="rect">
            <a:avLst/>
          </a:prstGeom>
          <a:noFill/>
          <a:ln>
            <a:noFill/>
          </a:ln>
        </p:spPr>
      </p:pic>
      <p:pic>
        <p:nvPicPr>
          <p:cNvPr id="835" name="Google Shape;835;p76"/>
          <p:cNvPicPr preferRelativeResize="0"/>
          <p:nvPr/>
        </p:nvPicPr>
        <p:blipFill rotWithShape="1">
          <a:blip r:embed="rId13">
            <a:alphaModFix/>
          </a:blip>
          <a:srcRect b="0" l="0" r="0" t="0"/>
          <a:stretch/>
        </p:blipFill>
        <p:spPr>
          <a:xfrm>
            <a:off x="7953405" y="1349924"/>
            <a:ext cx="428625" cy="428625"/>
          </a:xfrm>
          <a:prstGeom prst="rect">
            <a:avLst/>
          </a:prstGeom>
          <a:noFill/>
          <a:ln>
            <a:noFill/>
          </a:ln>
        </p:spPr>
      </p:pic>
      <p:pic>
        <p:nvPicPr>
          <p:cNvPr id="836" name="Google Shape;836;p76"/>
          <p:cNvPicPr preferRelativeResize="0"/>
          <p:nvPr/>
        </p:nvPicPr>
        <p:blipFill rotWithShape="1">
          <a:blip r:embed="rId14">
            <a:alphaModFix/>
          </a:blip>
          <a:srcRect b="0" l="0" r="0" t="0"/>
          <a:stretch/>
        </p:blipFill>
        <p:spPr>
          <a:xfrm>
            <a:off x="6510860" y="1381011"/>
            <a:ext cx="428625" cy="428625"/>
          </a:xfrm>
          <a:prstGeom prst="rect">
            <a:avLst/>
          </a:prstGeom>
          <a:noFill/>
          <a:ln>
            <a:noFill/>
          </a:ln>
        </p:spPr>
      </p:pic>
      <p:pic>
        <p:nvPicPr>
          <p:cNvPr id="837" name="Google Shape;837;p76"/>
          <p:cNvPicPr preferRelativeResize="0"/>
          <p:nvPr/>
        </p:nvPicPr>
        <p:blipFill rotWithShape="1">
          <a:blip r:embed="rId15">
            <a:alphaModFix/>
          </a:blip>
          <a:srcRect b="0" l="0" r="0" t="0"/>
          <a:stretch/>
        </p:blipFill>
        <p:spPr>
          <a:xfrm>
            <a:off x="5068316" y="1351575"/>
            <a:ext cx="428625" cy="428625"/>
          </a:xfrm>
          <a:prstGeom prst="rect">
            <a:avLst/>
          </a:prstGeom>
          <a:noFill/>
          <a:ln>
            <a:noFill/>
          </a:ln>
        </p:spPr>
      </p:pic>
      <p:pic>
        <p:nvPicPr>
          <p:cNvPr id="838" name="Google Shape;838;p76"/>
          <p:cNvPicPr preferRelativeResize="0"/>
          <p:nvPr/>
        </p:nvPicPr>
        <p:blipFill rotWithShape="1">
          <a:blip r:embed="rId16">
            <a:alphaModFix/>
          </a:blip>
          <a:srcRect b="0" l="0" r="0" t="0"/>
          <a:stretch/>
        </p:blipFill>
        <p:spPr>
          <a:xfrm>
            <a:off x="3625771" y="1349924"/>
            <a:ext cx="428625" cy="428625"/>
          </a:xfrm>
          <a:prstGeom prst="rect">
            <a:avLst/>
          </a:prstGeom>
          <a:noFill/>
          <a:ln>
            <a:noFill/>
          </a:ln>
        </p:spPr>
      </p:pic>
      <p:pic>
        <p:nvPicPr>
          <p:cNvPr id="839" name="Google Shape;839;p76"/>
          <p:cNvPicPr preferRelativeResize="0"/>
          <p:nvPr/>
        </p:nvPicPr>
        <p:blipFill rotWithShape="1">
          <a:blip r:embed="rId17">
            <a:alphaModFix/>
          </a:blip>
          <a:srcRect b="0" l="0" r="0" t="0"/>
          <a:stretch/>
        </p:blipFill>
        <p:spPr>
          <a:xfrm>
            <a:off x="2167460" y="1349924"/>
            <a:ext cx="428625" cy="428625"/>
          </a:xfrm>
          <a:prstGeom prst="rect">
            <a:avLst/>
          </a:prstGeom>
          <a:noFill/>
          <a:ln>
            <a:noFill/>
          </a:ln>
        </p:spPr>
      </p:pic>
      <p:pic>
        <p:nvPicPr>
          <p:cNvPr id="840" name="Google Shape;840;p76"/>
          <p:cNvPicPr preferRelativeResize="0"/>
          <p:nvPr/>
        </p:nvPicPr>
        <p:blipFill rotWithShape="1">
          <a:blip r:embed="rId18">
            <a:alphaModFix/>
          </a:blip>
          <a:srcRect b="0" l="0" r="0" t="0"/>
          <a:stretch/>
        </p:blipFill>
        <p:spPr>
          <a:xfrm>
            <a:off x="709150" y="1349924"/>
            <a:ext cx="428625" cy="428625"/>
          </a:xfrm>
          <a:prstGeom prst="rect">
            <a:avLst/>
          </a:prstGeom>
          <a:noFill/>
          <a:ln>
            <a:noFill/>
          </a:ln>
        </p:spPr>
      </p:pic>
      <p:pic>
        <p:nvPicPr>
          <p:cNvPr id="841" name="Google Shape;841;p76"/>
          <p:cNvPicPr preferRelativeResize="0"/>
          <p:nvPr/>
        </p:nvPicPr>
        <p:blipFill rotWithShape="1">
          <a:blip r:embed="rId19">
            <a:alphaModFix/>
          </a:blip>
          <a:srcRect b="0" l="0" r="0" t="0"/>
          <a:stretch/>
        </p:blipFill>
        <p:spPr>
          <a:xfrm>
            <a:off x="7973112" y="490173"/>
            <a:ext cx="428625" cy="428625"/>
          </a:xfrm>
          <a:prstGeom prst="rect">
            <a:avLst/>
          </a:prstGeom>
          <a:noFill/>
          <a:ln>
            <a:noFill/>
          </a:ln>
        </p:spPr>
      </p:pic>
      <p:pic>
        <p:nvPicPr>
          <p:cNvPr id="842" name="Google Shape;842;p76"/>
          <p:cNvPicPr preferRelativeResize="0"/>
          <p:nvPr/>
        </p:nvPicPr>
        <p:blipFill rotWithShape="1">
          <a:blip r:embed="rId20">
            <a:alphaModFix/>
          </a:blip>
          <a:srcRect b="0" l="0" r="0" t="0"/>
          <a:stretch/>
        </p:blipFill>
        <p:spPr>
          <a:xfrm>
            <a:off x="6534509" y="490173"/>
            <a:ext cx="428625" cy="428625"/>
          </a:xfrm>
          <a:prstGeom prst="rect">
            <a:avLst/>
          </a:prstGeom>
          <a:noFill/>
          <a:ln>
            <a:noFill/>
          </a:ln>
        </p:spPr>
      </p:pic>
      <p:pic>
        <p:nvPicPr>
          <p:cNvPr id="843" name="Google Shape;843;p76"/>
          <p:cNvPicPr preferRelativeResize="0"/>
          <p:nvPr/>
        </p:nvPicPr>
        <p:blipFill rotWithShape="1">
          <a:blip r:embed="rId21">
            <a:alphaModFix/>
          </a:blip>
          <a:srcRect b="0" l="0" r="0" t="0"/>
          <a:stretch/>
        </p:blipFill>
        <p:spPr>
          <a:xfrm>
            <a:off x="5022000" y="492209"/>
            <a:ext cx="428625" cy="428625"/>
          </a:xfrm>
          <a:prstGeom prst="rect">
            <a:avLst/>
          </a:prstGeom>
          <a:noFill/>
          <a:ln>
            <a:noFill/>
          </a:ln>
        </p:spPr>
      </p:pic>
      <p:pic>
        <p:nvPicPr>
          <p:cNvPr id="844" name="Google Shape;844;p76"/>
          <p:cNvPicPr preferRelativeResize="0"/>
          <p:nvPr/>
        </p:nvPicPr>
        <p:blipFill rotWithShape="1">
          <a:blip r:embed="rId22">
            <a:alphaModFix/>
          </a:blip>
          <a:srcRect b="0" l="0" r="0" t="0"/>
          <a:stretch/>
        </p:blipFill>
        <p:spPr>
          <a:xfrm>
            <a:off x="2167460" y="492674"/>
            <a:ext cx="428625" cy="428625"/>
          </a:xfrm>
          <a:prstGeom prst="rect">
            <a:avLst/>
          </a:prstGeom>
          <a:noFill/>
          <a:ln>
            <a:noFill/>
          </a:ln>
        </p:spPr>
      </p:pic>
      <p:pic>
        <p:nvPicPr>
          <p:cNvPr id="845" name="Google Shape;845;p76"/>
          <p:cNvPicPr preferRelativeResize="0"/>
          <p:nvPr/>
        </p:nvPicPr>
        <p:blipFill rotWithShape="1">
          <a:blip r:embed="rId23">
            <a:alphaModFix/>
          </a:blip>
          <a:srcRect b="0" l="0" r="0" t="0"/>
          <a:stretch/>
        </p:blipFill>
        <p:spPr>
          <a:xfrm>
            <a:off x="3625771" y="492674"/>
            <a:ext cx="428625" cy="428625"/>
          </a:xfrm>
          <a:prstGeom prst="rect">
            <a:avLst/>
          </a:prstGeom>
          <a:noFill/>
          <a:ln>
            <a:noFill/>
          </a:ln>
        </p:spPr>
      </p:pic>
      <p:pic>
        <p:nvPicPr>
          <p:cNvPr id="846" name="Google Shape;846;p76"/>
          <p:cNvPicPr preferRelativeResize="0"/>
          <p:nvPr/>
        </p:nvPicPr>
        <p:blipFill rotWithShape="1">
          <a:blip r:embed="rId24">
            <a:alphaModFix/>
          </a:blip>
          <a:srcRect b="0" l="0" r="0" t="0"/>
          <a:stretch/>
        </p:blipFill>
        <p:spPr>
          <a:xfrm>
            <a:off x="709150" y="492674"/>
            <a:ext cx="428625" cy="4286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0" name="Shape 850"/>
        <p:cNvGrpSpPr/>
        <p:nvPr/>
      </p:nvGrpSpPr>
      <p:grpSpPr>
        <a:xfrm>
          <a:off x="0" y="0"/>
          <a:ext cx="0" cy="0"/>
          <a:chOff x="0" y="0"/>
          <a:chExt cx="0" cy="0"/>
        </a:xfrm>
      </p:grpSpPr>
      <p:sp>
        <p:nvSpPr>
          <p:cNvPr id="851" name="Google Shape;851;p77"/>
          <p:cNvSpPr txBox="1"/>
          <p:nvPr/>
        </p:nvSpPr>
        <p:spPr>
          <a:xfrm>
            <a:off x="371669" y="921299"/>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people</a:t>
            </a:r>
            <a:endParaRPr b="0" i="0" sz="1100" u="none" cap="none" strike="noStrike">
              <a:solidFill>
                <a:srgbClr val="000000"/>
              </a:solidFill>
              <a:latin typeface="Arial"/>
              <a:ea typeface="Arial"/>
              <a:cs typeface="Arial"/>
              <a:sym typeface="Arial"/>
            </a:endParaRPr>
          </a:p>
        </p:txBody>
      </p:sp>
      <p:sp>
        <p:nvSpPr>
          <p:cNvPr id="852" name="Google Shape;852;p77"/>
          <p:cNvSpPr txBox="1"/>
          <p:nvPr/>
        </p:nvSpPr>
        <p:spPr>
          <a:xfrm>
            <a:off x="371669" y="1782490"/>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family</a:t>
            </a:r>
            <a:endParaRPr b="0" i="0" sz="1100" u="none" cap="none" strike="noStrike">
              <a:solidFill>
                <a:srgbClr val="000000"/>
              </a:solidFill>
              <a:latin typeface="Arial"/>
              <a:ea typeface="Arial"/>
              <a:cs typeface="Arial"/>
              <a:sym typeface="Arial"/>
            </a:endParaRPr>
          </a:p>
        </p:txBody>
      </p:sp>
      <p:sp>
        <p:nvSpPr>
          <p:cNvPr id="853" name="Google Shape;853;p77"/>
          <p:cNvSpPr txBox="1"/>
          <p:nvPr/>
        </p:nvSpPr>
        <p:spPr>
          <a:xfrm>
            <a:off x="371669" y="2643682"/>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individual</a:t>
            </a:r>
            <a:endParaRPr b="0" i="0" sz="1100" u="none" cap="none" strike="noStrike">
              <a:solidFill>
                <a:srgbClr val="000000"/>
              </a:solidFill>
              <a:latin typeface="Arial"/>
              <a:ea typeface="Arial"/>
              <a:cs typeface="Arial"/>
              <a:sym typeface="Arial"/>
            </a:endParaRPr>
          </a:p>
        </p:txBody>
      </p:sp>
      <p:sp>
        <p:nvSpPr>
          <p:cNvPr id="854" name="Google Shape;854;p77"/>
          <p:cNvSpPr txBox="1"/>
          <p:nvPr/>
        </p:nvSpPr>
        <p:spPr>
          <a:xfrm>
            <a:off x="371669" y="3504873"/>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tomorrow</a:t>
            </a:r>
            <a:endParaRPr b="0" i="0" sz="1100" u="none" cap="none" strike="noStrike">
              <a:solidFill>
                <a:srgbClr val="000000"/>
              </a:solidFill>
              <a:latin typeface="Arial"/>
              <a:ea typeface="Arial"/>
              <a:cs typeface="Arial"/>
              <a:sym typeface="Arial"/>
            </a:endParaRPr>
          </a:p>
        </p:txBody>
      </p:sp>
      <p:sp>
        <p:nvSpPr>
          <p:cNvPr id="855" name="Google Shape;855;p77"/>
          <p:cNvSpPr txBox="1"/>
          <p:nvPr/>
        </p:nvSpPr>
        <p:spPr>
          <a:xfrm>
            <a:off x="1829980" y="921299"/>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hard problems</a:t>
            </a:r>
            <a:endParaRPr b="0" i="0" sz="1100" u="none" cap="none" strike="noStrike">
              <a:solidFill>
                <a:srgbClr val="000000"/>
              </a:solidFill>
              <a:latin typeface="Arial"/>
              <a:ea typeface="Arial"/>
              <a:cs typeface="Arial"/>
              <a:sym typeface="Arial"/>
            </a:endParaRPr>
          </a:p>
        </p:txBody>
      </p:sp>
      <p:sp>
        <p:nvSpPr>
          <p:cNvPr id="856" name="Google Shape;856;p77"/>
          <p:cNvSpPr txBox="1"/>
          <p:nvPr/>
        </p:nvSpPr>
        <p:spPr>
          <a:xfrm>
            <a:off x="1829980" y="1782490"/>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focus</a:t>
            </a:r>
            <a:endParaRPr b="0" i="0" sz="1100" u="none" cap="none" strike="noStrike">
              <a:solidFill>
                <a:srgbClr val="000000"/>
              </a:solidFill>
              <a:latin typeface="Arial"/>
              <a:ea typeface="Arial"/>
              <a:cs typeface="Arial"/>
              <a:sym typeface="Arial"/>
            </a:endParaRPr>
          </a:p>
        </p:txBody>
      </p:sp>
      <p:sp>
        <p:nvSpPr>
          <p:cNvPr id="857" name="Google Shape;857;p77"/>
          <p:cNvSpPr txBox="1"/>
          <p:nvPr/>
        </p:nvSpPr>
        <p:spPr>
          <a:xfrm>
            <a:off x="1829980" y="2643682"/>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integrity</a:t>
            </a:r>
            <a:endParaRPr b="0" i="0" sz="1100" u="none" cap="none" strike="noStrike">
              <a:solidFill>
                <a:srgbClr val="000000"/>
              </a:solidFill>
              <a:latin typeface="Arial"/>
              <a:ea typeface="Arial"/>
              <a:cs typeface="Arial"/>
              <a:sym typeface="Arial"/>
            </a:endParaRPr>
          </a:p>
        </p:txBody>
      </p:sp>
      <p:sp>
        <p:nvSpPr>
          <p:cNvPr id="858" name="Google Shape;858;p77"/>
          <p:cNvSpPr txBox="1"/>
          <p:nvPr/>
        </p:nvSpPr>
        <p:spPr>
          <a:xfrm>
            <a:off x="1829980" y="3504873"/>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trust</a:t>
            </a:r>
            <a:endParaRPr b="0" i="0" sz="1100" u="none" cap="none" strike="noStrike">
              <a:solidFill>
                <a:srgbClr val="000000"/>
              </a:solidFill>
              <a:latin typeface="Arial"/>
              <a:ea typeface="Arial"/>
              <a:cs typeface="Arial"/>
              <a:sym typeface="Arial"/>
            </a:endParaRPr>
          </a:p>
        </p:txBody>
      </p:sp>
      <p:sp>
        <p:nvSpPr>
          <p:cNvPr id="859" name="Google Shape;859;p77"/>
          <p:cNvSpPr txBox="1"/>
          <p:nvPr/>
        </p:nvSpPr>
        <p:spPr>
          <a:xfrm>
            <a:off x="3288290" y="921299"/>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community</a:t>
            </a:r>
            <a:endParaRPr b="0" i="0" sz="1100" u="none" cap="none" strike="noStrike">
              <a:solidFill>
                <a:srgbClr val="000000"/>
              </a:solidFill>
              <a:latin typeface="Arial"/>
              <a:ea typeface="Arial"/>
              <a:cs typeface="Arial"/>
              <a:sym typeface="Arial"/>
            </a:endParaRPr>
          </a:p>
        </p:txBody>
      </p:sp>
      <p:sp>
        <p:nvSpPr>
          <p:cNvPr id="860" name="Google Shape;860;p77"/>
          <p:cNvSpPr txBox="1"/>
          <p:nvPr/>
        </p:nvSpPr>
        <p:spPr>
          <a:xfrm>
            <a:off x="3288290" y="1782490"/>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goals</a:t>
            </a:r>
            <a:endParaRPr b="0" i="0" sz="1100" u="none" cap="none" strike="noStrike">
              <a:solidFill>
                <a:srgbClr val="000000"/>
              </a:solidFill>
              <a:latin typeface="Arial"/>
              <a:ea typeface="Arial"/>
              <a:cs typeface="Arial"/>
              <a:sym typeface="Arial"/>
            </a:endParaRPr>
          </a:p>
        </p:txBody>
      </p:sp>
      <p:sp>
        <p:nvSpPr>
          <p:cNvPr id="861" name="Google Shape;861;p77"/>
          <p:cNvSpPr txBox="1"/>
          <p:nvPr/>
        </p:nvSpPr>
        <p:spPr>
          <a:xfrm>
            <a:off x="3288290" y="2643682"/>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leader</a:t>
            </a:r>
            <a:endParaRPr b="0" i="0" sz="1100" u="none" cap="none" strike="noStrike">
              <a:solidFill>
                <a:srgbClr val="000000"/>
              </a:solidFill>
              <a:latin typeface="Arial"/>
              <a:ea typeface="Arial"/>
              <a:cs typeface="Arial"/>
              <a:sym typeface="Arial"/>
            </a:endParaRPr>
          </a:p>
        </p:txBody>
      </p:sp>
      <p:sp>
        <p:nvSpPr>
          <p:cNvPr id="862" name="Google Shape;862;p77"/>
          <p:cNvSpPr txBox="1"/>
          <p:nvPr/>
        </p:nvSpPr>
        <p:spPr>
          <a:xfrm>
            <a:off x="3288290" y="3504873"/>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winning</a:t>
            </a:r>
            <a:endParaRPr b="0" i="0" sz="1100" u="none" cap="none" strike="noStrike">
              <a:solidFill>
                <a:srgbClr val="000000"/>
              </a:solidFill>
              <a:latin typeface="Arial"/>
              <a:ea typeface="Arial"/>
              <a:cs typeface="Arial"/>
              <a:sym typeface="Arial"/>
            </a:endParaRPr>
          </a:p>
        </p:txBody>
      </p:sp>
      <p:sp>
        <p:nvSpPr>
          <p:cNvPr id="863" name="Google Shape;863;p77"/>
          <p:cNvSpPr txBox="1"/>
          <p:nvPr/>
        </p:nvSpPr>
        <p:spPr>
          <a:xfrm>
            <a:off x="4730835" y="921299"/>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discussion</a:t>
            </a:r>
            <a:endParaRPr b="0" i="0" sz="1100" u="none" cap="none" strike="noStrike">
              <a:solidFill>
                <a:srgbClr val="000000"/>
              </a:solidFill>
              <a:latin typeface="Arial"/>
              <a:ea typeface="Arial"/>
              <a:cs typeface="Arial"/>
              <a:sym typeface="Arial"/>
            </a:endParaRPr>
          </a:p>
        </p:txBody>
      </p:sp>
      <p:sp>
        <p:nvSpPr>
          <p:cNvPr id="864" name="Google Shape;864;p77"/>
          <p:cNvSpPr txBox="1"/>
          <p:nvPr/>
        </p:nvSpPr>
        <p:spPr>
          <a:xfrm>
            <a:off x="4730835" y="1782490"/>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good human</a:t>
            </a:r>
            <a:endParaRPr b="0" i="0" sz="1100" u="none" cap="none" strike="noStrike">
              <a:solidFill>
                <a:srgbClr val="000000"/>
              </a:solidFill>
              <a:latin typeface="Arial"/>
              <a:ea typeface="Arial"/>
              <a:cs typeface="Arial"/>
              <a:sym typeface="Arial"/>
            </a:endParaRPr>
          </a:p>
        </p:txBody>
      </p:sp>
      <p:sp>
        <p:nvSpPr>
          <p:cNvPr id="865" name="Google Shape;865;p77"/>
          <p:cNvSpPr txBox="1"/>
          <p:nvPr/>
        </p:nvSpPr>
        <p:spPr>
          <a:xfrm>
            <a:off x="4730835" y="2643682"/>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learning</a:t>
            </a:r>
            <a:endParaRPr b="0" i="0" sz="1100" u="none" cap="none" strike="noStrike">
              <a:solidFill>
                <a:srgbClr val="000000"/>
              </a:solidFill>
              <a:latin typeface="Arial"/>
              <a:ea typeface="Arial"/>
              <a:cs typeface="Arial"/>
              <a:sym typeface="Arial"/>
            </a:endParaRPr>
          </a:p>
        </p:txBody>
      </p:sp>
      <p:sp>
        <p:nvSpPr>
          <p:cNvPr id="866" name="Google Shape;866;p77"/>
          <p:cNvSpPr txBox="1"/>
          <p:nvPr/>
        </p:nvSpPr>
        <p:spPr>
          <a:xfrm>
            <a:off x="6197029" y="921299"/>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diversity</a:t>
            </a:r>
            <a:endParaRPr b="0" i="0" sz="1100" u="none" cap="none" strike="noStrike">
              <a:solidFill>
                <a:srgbClr val="000000"/>
              </a:solidFill>
              <a:latin typeface="Arial"/>
              <a:ea typeface="Arial"/>
              <a:cs typeface="Arial"/>
              <a:sym typeface="Arial"/>
            </a:endParaRPr>
          </a:p>
        </p:txBody>
      </p:sp>
      <p:sp>
        <p:nvSpPr>
          <p:cNvPr id="867" name="Google Shape;867;p77"/>
          <p:cNvSpPr txBox="1"/>
          <p:nvPr/>
        </p:nvSpPr>
        <p:spPr>
          <a:xfrm>
            <a:off x="6197029" y="1782490"/>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growth</a:t>
            </a:r>
            <a:endParaRPr b="0" i="0" sz="1100" u="none" cap="none" strike="noStrike">
              <a:solidFill>
                <a:srgbClr val="000000"/>
              </a:solidFill>
              <a:latin typeface="Arial"/>
              <a:ea typeface="Arial"/>
              <a:cs typeface="Arial"/>
              <a:sym typeface="Arial"/>
            </a:endParaRPr>
          </a:p>
        </p:txBody>
      </p:sp>
      <p:sp>
        <p:nvSpPr>
          <p:cNvPr id="868" name="Google Shape;868;p77"/>
          <p:cNvSpPr txBox="1"/>
          <p:nvPr/>
        </p:nvSpPr>
        <p:spPr>
          <a:xfrm>
            <a:off x="6197029" y="2643682"/>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party</a:t>
            </a:r>
            <a:endParaRPr b="0" i="0" sz="1100" u="none" cap="none" strike="noStrike">
              <a:solidFill>
                <a:srgbClr val="000000"/>
              </a:solidFill>
              <a:latin typeface="Arial"/>
              <a:ea typeface="Arial"/>
              <a:cs typeface="Arial"/>
              <a:sym typeface="Arial"/>
            </a:endParaRPr>
          </a:p>
        </p:txBody>
      </p:sp>
      <p:sp>
        <p:nvSpPr>
          <p:cNvPr id="869" name="Google Shape;869;p77"/>
          <p:cNvSpPr txBox="1"/>
          <p:nvPr/>
        </p:nvSpPr>
        <p:spPr>
          <a:xfrm>
            <a:off x="7639574" y="921299"/>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exercise</a:t>
            </a:r>
            <a:endParaRPr b="0" i="0" sz="1100" u="none" cap="none" strike="noStrike">
              <a:solidFill>
                <a:srgbClr val="000000"/>
              </a:solidFill>
              <a:latin typeface="Arial"/>
              <a:ea typeface="Arial"/>
              <a:cs typeface="Arial"/>
              <a:sym typeface="Arial"/>
            </a:endParaRPr>
          </a:p>
        </p:txBody>
      </p:sp>
      <p:sp>
        <p:nvSpPr>
          <p:cNvPr id="870" name="Google Shape;870;p77"/>
          <p:cNvSpPr txBox="1"/>
          <p:nvPr/>
        </p:nvSpPr>
        <p:spPr>
          <a:xfrm>
            <a:off x="7639574" y="1782490"/>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iclusion</a:t>
            </a:r>
            <a:endParaRPr b="0" i="0" sz="800" u="none" cap="none" strike="noStrike">
              <a:solidFill>
                <a:srgbClr val="000000"/>
              </a:solidFill>
              <a:latin typeface="Arial"/>
              <a:ea typeface="Arial"/>
              <a:cs typeface="Arial"/>
              <a:sym typeface="Arial"/>
            </a:endParaRPr>
          </a:p>
        </p:txBody>
      </p:sp>
      <p:sp>
        <p:nvSpPr>
          <p:cNvPr id="871" name="Google Shape;871;p77"/>
          <p:cNvSpPr txBox="1"/>
          <p:nvPr/>
        </p:nvSpPr>
        <p:spPr>
          <a:xfrm>
            <a:off x="7639574" y="2643682"/>
            <a:ext cx="1103586" cy="184666"/>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team</a:t>
            </a:r>
            <a:endParaRPr b="0" i="0" sz="1100" u="none" cap="none" strike="noStrike">
              <a:solidFill>
                <a:srgbClr val="000000"/>
              </a:solidFill>
              <a:latin typeface="Arial"/>
              <a:ea typeface="Arial"/>
              <a:cs typeface="Arial"/>
              <a:sym typeface="Arial"/>
            </a:endParaRPr>
          </a:p>
        </p:txBody>
      </p:sp>
      <p:pic>
        <p:nvPicPr>
          <p:cNvPr id="872" name="Google Shape;872;p77"/>
          <p:cNvPicPr preferRelativeResize="0"/>
          <p:nvPr/>
        </p:nvPicPr>
        <p:blipFill rotWithShape="1">
          <a:blip r:embed="rId3">
            <a:alphaModFix/>
          </a:blip>
          <a:srcRect b="0" l="0" r="0" t="0"/>
          <a:stretch/>
        </p:blipFill>
        <p:spPr>
          <a:xfrm>
            <a:off x="2167460" y="3076248"/>
            <a:ext cx="428625" cy="428625"/>
          </a:xfrm>
          <a:prstGeom prst="rect">
            <a:avLst/>
          </a:prstGeom>
          <a:noFill/>
          <a:ln>
            <a:noFill/>
          </a:ln>
        </p:spPr>
      </p:pic>
      <p:pic>
        <p:nvPicPr>
          <p:cNvPr id="873" name="Google Shape;873;p77"/>
          <p:cNvPicPr preferRelativeResize="0"/>
          <p:nvPr/>
        </p:nvPicPr>
        <p:blipFill rotWithShape="1">
          <a:blip r:embed="rId4">
            <a:alphaModFix/>
          </a:blip>
          <a:srcRect b="0" l="0" r="0" t="0"/>
          <a:stretch/>
        </p:blipFill>
        <p:spPr>
          <a:xfrm>
            <a:off x="3625771" y="3068687"/>
            <a:ext cx="428625" cy="428625"/>
          </a:xfrm>
          <a:prstGeom prst="rect">
            <a:avLst/>
          </a:prstGeom>
          <a:noFill/>
          <a:ln>
            <a:noFill/>
          </a:ln>
        </p:spPr>
      </p:pic>
      <p:pic>
        <p:nvPicPr>
          <p:cNvPr id="874" name="Google Shape;874;p77"/>
          <p:cNvPicPr preferRelativeResize="0"/>
          <p:nvPr/>
        </p:nvPicPr>
        <p:blipFill rotWithShape="1">
          <a:blip r:embed="rId5">
            <a:alphaModFix/>
          </a:blip>
          <a:srcRect b="0" l="0" r="0" t="0"/>
          <a:stretch/>
        </p:blipFill>
        <p:spPr>
          <a:xfrm>
            <a:off x="756930" y="3076248"/>
            <a:ext cx="428625" cy="428625"/>
          </a:xfrm>
          <a:prstGeom prst="rect">
            <a:avLst/>
          </a:prstGeom>
          <a:noFill/>
          <a:ln>
            <a:noFill/>
          </a:ln>
        </p:spPr>
      </p:pic>
      <p:pic>
        <p:nvPicPr>
          <p:cNvPr id="875" name="Google Shape;875;p77"/>
          <p:cNvPicPr preferRelativeResize="0"/>
          <p:nvPr/>
        </p:nvPicPr>
        <p:blipFill rotWithShape="1">
          <a:blip r:embed="rId6">
            <a:alphaModFix/>
          </a:blip>
          <a:srcRect b="0" l="0" r="0" t="0"/>
          <a:stretch/>
        </p:blipFill>
        <p:spPr>
          <a:xfrm>
            <a:off x="6534509" y="2208771"/>
            <a:ext cx="428625" cy="428625"/>
          </a:xfrm>
          <a:prstGeom prst="rect">
            <a:avLst/>
          </a:prstGeom>
          <a:noFill/>
          <a:ln>
            <a:noFill/>
          </a:ln>
        </p:spPr>
      </p:pic>
      <p:pic>
        <p:nvPicPr>
          <p:cNvPr id="876" name="Google Shape;876;p77"/>
          <p:cNvPicPr preferRelativeResize="0"/>
          <p:nvPr/>
        </p:nvPicPr>
        <p:blipFill rotWithShape="1">
          <a:blip r:embed="rId7">
            <a:alphaModFix/>
          </a:blip>
          <a:srcRect b="0" l="0" r="0" t="0"/>
          <a:stretch/>
        </p:blipFill>
        <p:spPr>
          <a:xfrm>
            <a:off x="7980431" y="2199206"/>
            <a:ext cx="428625" cy="428625"/>
          </a:xfrm>
          <a:prstGeom prst="rect">
            <a:avLst/>
          </a:prstGeom>
          <a:noFill/>
          <a:ln>
            <a:noFill/>
          </a:ln>
        </p:spPr>
      </p:pic>
      <p:pic>
        <p:nvPicPr>
          <p:cNvPr id="877" name="Google Shape;877;p77"/>
          <p:cNvPicPr preferRelativeResize="0"/>
          <p:nvPr/>
        </p:nvPicPr>
        <p:blipFill rotWithShape="1">
          <a:blip r:embed="rId8">
            <a:alphaModFix/>
          </a:blip>
          <a:srcRect b="0" l="0" r="0" t="0"/>
          <a:stretch/>
        </p:blipFill>
        <p:spPr>
          <a:xfrm>
            <a:off x="5068316" y="2208771"/>
            <a:ext cx="428625" cy="428625"/>
          </a:xfrm>
          <a:prstGeom prst="rect">
            <a:avLst/>
          </a:prstGeom>
          <a:noFill/>
          <a:ln>
            <a:noFill/>
          </a:ln>
        </p:spPr>
      </p:pic>
      <p:pic>
        <p:nvPicPr>
          <p:cNvPr id="878" name="Google Shape;878;p77"/>
          <p:cNvPicPr preferRelativeResize="0"/>
          <p:nvPr/>
        </p:nvPicPr>
        <p:blipFill rotWithShape="1">
          <a:blip r:embed="rId9">
            <a:alphaModFix/>
          </a:blip>
          <a:srcRect b="0" l="0" r="0" t="0"/>
          <a:stretch/>
        </p:blipFill>
        <p:spPr>
          <a:xfrm>
            <a:off x="3625771" y="2208771"/>
            <a:ext cx="428625" cy="428625"/>
          </a:xfrm>
          <a:prstGeom prst="rect">
            <a:avLst/>
          </a:prstGeom>
          <a:noFill/>
          <a:ln>
            <a:noFill/>
          </a:ln>
        </p:spPr>
      </p:pic>
      <p:pic>
        <p:nvPicPr>
          <p:cNvPr id="879" name="Google Shape;879;p77"/>
          <p:cNvPicPr preferRelativeResize="0"/>
          <p:nvPr/>
        </p:nvPicPr>
        <p:blipFill rotWithShape="1">
          <a:blip r:embed="rId10">
            <a:alphaModFix/>
          </a:blip>
          <a:srcRect b="0" l="0" r="0" t="0"/>
          <a:stretch/>
        </p:blipFill>
        <p:spPr>
          <a:xfrm>
            <a:off x="2170182" y="2208771"/>
            <a:ext cx="428625" cy="428625"/>
          </a:xfrm>
          <a:prstGeom prst="rect">
            <a:avLst/>
          </a:prstGeom>
          <a:noFill/>
          <a:ln>
            <a:noFill/>
          </a:ln>
        </p:spPr>
      </p:pic>
      <p:pic>
        <p:nvPicPr>
          <p:cNvPr id="880" name="Google Shape;880;p77"/>
          <p:cNvPicPr preferRelativeResize="0"/>
          <p:nvPr/>
        </p:nvPicPr>
        <p:blipFill rotWithShape="1">
          <a:blip r:embed="rId11">
            <a:alphaModFix/>
          </a:blip>
          <a:srcRect b="0" l="0" r="0" t="0"/>
          <a:stretch/>
        </p:blipFill>
        <p:spPr>
          <a:xfrm>
            <a:off x="709150" y="2215057"/>
            <a:ext cx="428625" cy="428625"/>
          </a:xfrm>
          <a:prstGeom prst="rect">
            <a:avLst/>
          </a:prstGeom>
          <a:noFill/>
          <a:ln>
            <a:noFill/>
          </a:ln>
        </p:spPr>
      </p:pic>
      <p:pic>
        <p:nvPicPr>
          <p:cNvPr id="881" name="Google Shape;881;p77"/>
          <p:cNvPicPr preferRelativeResize="0"/>
          <p:nvPr/>
        </p:nvPicPr>
        <p:blipFill rotWithShape="1">
          <a:blip r:embed="rId12">
            <a:alphaModFix/>
          </a:blip>
          <a:srcRect b="0" l="0" r="0" t="0"/>
          <a:stretch/>
        </p:blipFill>
        <p:spPr>
          <a:xfrm>
            <a:off x="7953405" y="1349924"/>
            <a:ext cx="428625" cy="428625"/>
          </a:xfrm>
          <a:prstGeom prst="rect">
            <a:avLst/>
          </a:prstGeom>
          <a:noFill/>
          <a:ln>
            <a:noFill/>
          </a:ln>
        </p:spPr>
      </p:pic>
      <p:pic>
        <p:nvPicPr>
          <p:cNvPr id="882" name="Google Shape;882;p77"/>
          <p:cNvPicPr preferRelativeResize="0"/>
          <p:nvPr/>
        </p:nvPicPr>
        <p:blipFill rotWithShape="1">
          <a:blip r:embed="rId13">
            <a:alphaModFix/>
          </a:blip>
          <a:srcRect b="0" l="0" r="0" t="0"/>
          <a:stretch/>
        </p:blipFill>
        <p:spPr>
          <a:xfrm>
            <a:off x="6510860" y="1381011"/>
            <a:ext cx="428625" cy="428625"/>
          </a:xfrm>
          <a:prstGeom prst="rect">
            <a:avLst/>
          </a:prstGeom>
          <a:noFill/>
          <a:ln>
            <a:noFill/>
          </a:ln>
        </p:spPr>
      </p:pic>
      <p:pic>
        <p:nvPicPr>
          <p:cNvPr id="883" name="Google Shape;883;p77"/>
          <p:cNvPicPr preferRelativeResize="0"/>
          <p:nvPr/>
        </p:nvPicPr>
        <p:blipFill rotWithShape="1">
          <a:blip r:embed="rId14">
            <a:alphaModFix/>
          </a:blip>
          <a:srcRect b="0" l="0" r="0" t="0"/>
          <a:stretch/>
        </p:blipFill>
        <p:spPr>
          <a:xfrm>
            <a:off x="5068316" y="1351575"/>
            <a:ext cx="428625" cy="428625"/>
          </a:xfrm>
          <a:prstGeom prst="rect">
            <a:avLst/>
          </a:prstGeom>
          <a:noFill/>
          <a:ln>
            <a:noFill/>
          </a:ln>
        </p:spPr>
      </p:pic>
      <p:pic>
        <p:nvPicPr>
          <p:cNvPr id="884" name="Google Shape;884;p77"/>
          <p:cNvPicPr preferRelativeResize="0"/>
          <p:nvPr/>
        </p:nvPicPr>
        <p:blipFill rotWithShape="1">
          <a:blip r:embed="rId15">
            <a:alphaModFix/>
          </a:blip>
          <a:srcRect b="0" l="0" r="0" t="0"/>
          <a:stretch/>
        </p:blipFill>
        <p:spPr>
          <a:xfrm>
            <a:off x="3625771" y="1349924"/>
            <a:ext cx="428625" cy="428625"/>
          </a:xfrm>
          <a:prstGeom prst="rect">
            <a:avLst/>
          </a:prstGeom>
          <a:noFill/>
          <a:ln>
            <a:noFill/>
          </a:ln>
        </p:spPr>
      </p:pic>
      <p:pic>
        <p:nvPicPr>
          <p:cNvPr id="885" name="Google Shape;885;p77"/>
          <p:cNvPicPr preferRelativeResize="0"/>
          <p:nvPr/>
        </p:nvPicPr>
        <p:blipFill rotWithShape="1">
          <a:blip r:embed="rId16">
            <a:alphaModFix/>
          </a:blip>
          <a:srcRect b="0" l="0" r="0" t="0"/>
          <a:stretch/>
        </p:blipFill>
        <p:spPr>
          <a:xfrm>
            <a:off x="2167460" y="1349924"/>
            <a:ext cx="428625" cy="428625"/>
          </a:xfrm>
          <a:prstGeom prst="rect">
            <a:avLst/>
          </a:prstGeom>
          <a:noFill/>
          <a:ln>
            <a:noFill/>
          </a:ln>
        </p:spPr>
      </p:pic>
      <p:pic>
        <p:nvPicPr>
          <p:cNvPr id="886" name="Google Shape;886;p77"/>
          <p:cNvPicPr preferRelativeResize="0"/>
          <p:nvPr/>
        </p:nvPicPr>
        <p:blipFill rotWithShape="1">
          <a:blip r:embed="rId17">
            <a:alphaModFix/>
          </a:blip>
          <a:srcRect b="0" l="0" r="0" t="0"/>
          <a:stretch/>
        </p:blipFill>
        <p:spPr>
          <a:xfrm>
            <a:off x="709150" y="1349924"/>
            <a:ext cx="428625" cy="428625"/>
          </a:xfrm>
          <a:prstGeom prst="rect">
            <a:avLst/>
          </a:prstGeom>
          <a:noFill/>
          <a:ln>
            <a:noFill/>
          </a:ln>
        </p:spPr>
      </p:pic>
      <p:pic>
        <p:nvPicPr>
          <p:cNvPr id="887" name="Google Shape;887;p77"/>
          <p:cNvPicPr preferRelativeResize="0"/>
          <p:nvPr/>
        </p:nvPicPr>
        <p:blipFill rotWithShape="1">
          <a:blip r:embed="rId18">
            <a:alphaModFix/>
          </a:blip>
          <a:srcRect b="0" l="0" r="0" t="0"/>
          <a:stretch/>
        </p:blipFill>
        <p:spPr>
          <a:xfrm>
            <a:off x="7973112" y="490173"/>
            <a:ext cx="428625" cy="428625"/>
          </a:xfrm>
          <a:prstGeom prst="rect">
            <a:avLst/>
          </a:prstGeom>
          <a:noFill/>
          <a:ln>
            <a:noFill/>
          </a:ln>
        </p:spPr>
      </p:pic>
      <p:pic>
        <p:nvPicPr>
          <p:cNvPr id="888" name="Google Shape;888;p77"/>
          <p:cNvPicPr preferRelativeResize="0"/>
          <p:nvPr/>
        </p:nvPicPr>
        <p:blipFill rotWithShape="1">
          <a:blip r:embed="rId19">
            <a:alphaModFix/>
          </a:blip>
          <a:srcRect b="0" l="0" r="0" t="0"/>
          <a:stretch/>
        </p:blipFill>
        <p:spPr>
          <a:xfrm>
            <a:off x="6534509" y="490173"/>
            <a:ext cx="428625" cy="428625"/>
          </a:xfrm>
          <a:prstGeom prst="rect">
            <a:avLst/>
          </a:prstGeom>
          <a:noFill/>
          <a:ln>
            <a:noFill/>
          </a:ln>
        </p:spPr>
      </p:pic>
      <p:pic>
        <p:nvPicPr>
          <p:cNvPr id="889" name="Google Shape;889;p77"/>
          <p:cNvPicPr preferRelativeResize="0"/>
          <p:nvPr/>
        </p:nvPicPr>
        <p:blipFill rotWithShape="1">
          <a:blip r:embed="rId20">
            <a:alphaModFix/>
          </a:blip>
          <a:srcRect b="0" l="0" r="0" t="0"/>
          <a:stretch/>
        </p:blipFill>
        <p:spPr>
          <a:xfrm>
            <a:off x="5022000" y="492209"/>
            <a:ext cx="428625" cy="428625"/>
          </a:xfrm>
          <a:prstGeom prst="rect">
            <a:avLst/>
          </a:prstGeom>
          <a:noFill/>
          <a:ln>
            <a:noFill/>
          </a:ln>
        </p:spPr>
      </p:pic>
      <p:pic>
        <p:nvPicPr>
          <p:cNvPr id="890" name="Google Shape;890;p77"/>
          <p:cNvPicPr preferRelativeResize="0"/>
          <p:nvPr/>
        </p:nvPicPr>
        <p:blipFill rotWithShape="1">
          <a:blip r:embed="rId21">
            <a:alphaModFix/>
          </a:blip>
          <a:srcRect b="0" l="0" r="0" t="0"/>
          <a:stretch/>
        </p:blipFill>
        <p:spPr>
          <a:xfrm>
            <a:off x="2167460" y="492674"/>
            <a:ext cx="428625" cy="428625"/>
          </a:xfrm>
          <a:prstGeom prst="rect">
            <a:avLst/>
          </a:prstGeom>
          <a:noFill/>
          <a:ln>
            <a:noFill/>
          </a:ln>
        </p:spPr>
      </p:pic>
      <p:pic>
        <p:nvPicPr>
          <p:cNvPr id="891" name="Google Shape;891;p77"/>
          <p:cNvPicPr preferRelativeResize="0"/>
          <p:nvPr/>
        </p:nvPicPr>
        <p:blipFill rotWithShape="1">
          <a:blip r:embed="rId22">
            <a:alphaModFix/>
          </a:blip>
          <a:srcRect b="0" l="0" r="0" t="0"/>
          <a:stretch/>
        </p:blipFill>
        <p:spPr>
          <a:xfrm>
            <a:off x="3625771" y="492674"/>
            <a:ext cx="428625" cy="428625"/>
          </a:xfrm>
          <a:prstGeom prst="rect">
            <a:avLst/>
          </a:prstGeom>
          <a:noFill/>
          <a:ln>
            <a:noFill/>
          </a:ln>
        </p:spPr>
      </p:pic>
      <p:pic>
        <p:nvPicPr>
          <p:cNvPr id="892" name="Google Shape;892;p77"/>
          <p:cNvPicPr preferRelativeResize="0"/>
          <p:nvPr/>
        </p:nvPicPr>
        <p:blipFill rotWithShape="1">
          <a:blip r:embed="rId23">
            <a:alphaModFix/>
          </a:blip>
          <a:srcRect b="0" l="0" r="0" t="0"/>
          <a:stretch/>
        </p:blipFill>
        <p:spPr>
          <a:xfrm>
            <a:off x="709150" y="492674"/>
            <a:ext cx="428625" cy="4286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78"/>
          <p:cNvSpPr txBox="1"/>
          <p:nvPr>
            <p:ph type="title"/>
          </p:nvPr>
        </p:nvSpPr>
        <p:spPr>
          <a:xfrm>
            <a:off x="1709057" y="1983057"/>
            <a:ext cx="5725800" cy="966000"/>
          </a:xfrm>
          <a:prstGeom prst="rect">
            <a:avLst/>
          </a:prstGeom>
        </p:spPr>
        <p:txBody>
          <a:bodyPr anchorCtr="0" anchor="t" bIns="34275" lIns="0" spcFirstLastPara="1" rIns="34275" wrap="square" tIns="34275">
            <a:noAutofit/>
          </a:bodyPr>
          <a:lstStyle/>
          <a:p>
            <a:pPr indent="0" lvl="0" marL="0" rtl="0" algn="ctr">
              <a:spcBef>
                <a:spcPts val="0"/>
              </a:spcBef>
              <a:spcAft>
                <a:spcPts val="0"/>
              </a:spcAft>
              <a:buNone/>
            </a:pPr>
            <a:r>
              <a:rPr lang="en"/>
              <a:t>Icons Extended</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79"/>
          <p:cNvSpPr txBox="1"/>
          <p:nvPr/>
        </p:nvSpPr>
        <p:spPr>
          <a:xfrm>
            <a:off x="371669" y="921299"/>
            <a:ext cx="1103700" cy="3156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Fully-Managed Database</a:t>
            </a:r>
            <a:endParaRPr b="0" i="0" sz="1100" u="none" cap="none" strike="noStrike">
              <a:solidFill>
                <a:srgbClr val="000000"/>
              </a:solidFill>
              <a:latin typeface="Arial"/>
              <a:ea typeface="Arial"/>
              <a:cs typeface="Arial"/>
              <a:sym typeface="Arial"/>
            </a:endParaRPr>
          </a:p>
        </p:txBody>
      </p:sp>
      <p:sp>
        <p:nvSpPr>
          <p:cNvPr id="903" name="Google Shape;903;p79"/>
          <p:cNvSpPr txBox="1"/>
          <p:nvPr/>
        </p:nvSpPr>
        <p:spPr>
          <a:xfrm>
            <a:off x="371669" y="207902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Full Text search</a:t>
            </a:r>
            <a:endParaRPr b="0" i="0" sz="1100" u="none" cap="none" strike="noStrike">
              <a:solidFill>
                <a:srgbClr val="000000"/>
              </a:solidFill>
              <a:latin typeface="Arial"/>
              <a:ea typeface="Arial"/>
              <a:cs typeface="Arial"/>
              <a:sym typeface="Arial"/>
            </a:endParaRPr>
          </a:p>
        </p:txBody>
      </p:sp>
      <p:sp>
        <p:nvSpPr>
          <p:cNvPr id="904" name="Google Shape;904;p79"/>
          <p:cNvSpPr txBox="1"/>
          <p:nvPr/>
        </p:nvSpPr>
        <p:spPr>
          <a:xfrm>
            <a:off x="371669" y="3074613"/>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Active clustering</a:t>
            </a:r>
            <a:endParaRPr b="0" i="0" sz="1100" u="none" cap="none" strike="noStrike">
              <a:solidFill>
                <a:srgbClr val="000000"/>
              </a:solidFill>
              <a:latin typeface="Arial"/>
              <a:ea typeface="Arial"/>
              <a:cs typeface="Arial"/>
              <a:sym typeface="Arial"/>
            </a:endParaRPr>
          </a:p>
        </p:txBody>
      </p:sp>
      <p:sp>
        <p:nvSpPr>
          <p:cNvPr id="905" name="Google Shape;905;p79"/>
          <p:cNvSpPr txBox="1"/>
          <p:nvPr/>
        </p:nvSpPr>
        <p:spPr>
          <a:xfrm>
            <a:off x="371669" y="4185614"/>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2nd icon for Security</a:t>
            </a:r>
            <a:endParaRPr b="0" i="0" sz="1100" u="none" cap="none" strike="noStrike">
              <a:solidFill>
                <a:srgbClr val="000000"/>
              </a:solidFill>
              <a:latin typeface="Arial"/>
              <a:ea typeface="Arial"/>
              <a:cs typeface="Arial"/>
              <a:sym typeface="Arial"/>
            </a:endParaRPr>
          </a:p>
        </p:txBody>
      </p:sp>
      <p:sp>
        <p:nvSpPr>
          <p:cNvPr id="906" name="Google Shape;906;p79"/>
          <p:cNvSpPr txBox="1"/>
          <p:nvPr/>
        </p:nvSpPr>
        <p:spPr>
          <a:xfrm>
            <a:off x="1829980" y="92129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High Availability</a:t>
            </a:r>
            <a:endParaRPr b="0" i="0" sz="1100" u="none" cap="none" strike="noStrike">
              <a:solidFill>
                <a:srgbClr val="000000"/>
              </a:solidFill>
              <a:latin typeface="Arial"/>
              <a:ea typeface="Arial"/>
              <a:cs typeface="Arial"/>
              <a:sym typeface="Arial"/>
            </a:endParaRPr>
          </a:p>
        </p:txBody>
      </p:sp>
      <p:sp>
        <p:nvSpPr>
          <p:cNvPr id="907" name="Google Shape;907;p79"/>
          <p:cNvSpPr txBox="1"/>
          <p:nvPr/>
        </p:nvSpPr>
        <p:spPr>
          <a:xfrm>
            <a:off x="1829980" y="207902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Eventing</a:t>
            </a:r>
            <a:endParaRPr b="0" i="0" sz="800" u="none" cap="none" strike="noStrike">
              <a:solidFill>
                <a:srgbClr val="000000"/>
              </a:solidFill>
              <a:latin typeface="Arial"/>
              <a:ea typeface="Arial"/>
              <a:cs typeface="Arial"/>
              <a:sym typeface="Arial"/>
            </a:endParaRPr>
          </a:p>
        </p:txBody>
      </p:sp>
      <p:sp>
        <p:nvSpPr>
          <p:cNvPr id="908" name="Google Shape;908;p79"/>
          <p:cNvSpPr txBox="1"/>
          <p:nvPr/>
        </p:nvSpPr>
        <p:spPr>
          <a:xfrm>
            <a:off x="1829980" y="3074613"/>
            <a:ext cx="1103700" cy="3156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Workload tuning (MDS)</a:t>
            </a:r>
            <a:endParaRPr b="0" i="0" sz="1100" u="none" cap="none" strike="noStrike">
              <a:solidFill>
                <a:srgbClr val="000000"/>
              </a:solidFill>
              <a:latin typeface="Arial"/>
              <a:ea typeface="Arial"/>
              <a:cs typeface="Arial"/>
              <a:sym typeface="Arial"/>
            </a:endParaRPr>
          </a:p>
        </p:txBody>
      </p:sp>
      <p:sp>
        <p:nvSpPr>
          <p:cNvPr id="909" name="Google Shape;909;p79"/>
          <p:cNvSpPr txBox="1"/>
          <p:nvPr/>
        </p:nvSpPr>
        <p:spPr>
          <a:xfrm>
            <a:off x="1829980" y="4185614"/>
            <a:ext cx="1103700" cy="3156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Retail &amp; E-Commerce</a:t>
            </a:r>
            <a:endParaRPr b="0" i="0" sz="1100" u="none" cap="none" strike="noStrike">
              <a:solidFill>
                <a:srgbClr val="000000"/>
              </a:solidFill>
              <a:latin typeface="Arial"/>
              <a:ea typeface="Arial"/>
              <a:cs typeface="Arial"/>
              <a:sym typeface="Arial"/>
            </a:endParaRPr>
          </a:p>
        </p:txBody>
      </p:sp>
      <p:sp>
        <p:nvSpPr>
          <p:cNvPr id="910" name="Google Shape;910;p79"/>
          <p:cNvSpPr txBox="1"/>
          <p:nvPr/>
        </p:nvSpPr>
        <p:spPr>
          <a:xfrm>
            <a:off x="3288290" y="92129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Multi-region or global</a:t>
            </a:r>
            <a:endParaRPr b="0" i="0" sz="1100" u="none" cap="none" strike="noStrike">
              <a:solidFill>
                <a:srgbClr val="000000"/>
              </a:solidFill>
              <a:latin typeface="Arial"/>
              <a:ea typeface="Arial"/>
              <a:cs typeface="Arial"/>
              <a:sym typeface="Arial"/>
            </a:endParaRPr>
          </a:p>
        </p:txBody>
      </p:sp>
      <p:sp>
        <p:nvSpPr>
          <p:cNvPr id="911" name="Google Shape;911;p79"/>
          <p:cNvSpPr txBox="1"/>
          <p:nvPr/>
        </p:nvSpPr>
        <p:spPr>
          <a:xfrm>
            <a:off x="3288290" y="207902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Cache</a:t>
            </a:r>
            <a:endParaRPr b="0" i="0" sz="1100" u="none" cap="none" strike="noStrike">
              <a:solidFill>
                <a:srgbClr val="000000"/>
              </a:solidFill>
              <a:latin typeface="Arial"/>
              <a:ea typeface="Arial"/>
              <a:cs typeface="Arial"/>
              <a:sym typeface="Arial"/>
            </a:endParaRPr>
          </a:p>
        </p:txBody>
      </p:sp>
      <p:sp>
        <p:nvSpPr>
          <p:cNvPr id="912" name="Google Shape;912;p79"/>
          <p:cNvSpPr txBox="1"/>
          <p:nvPr/>
        </p:nvSpPr>
        <p:spPr>
          <a:xfrm>
            <a:off x="3288290" y="3074613"/>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Geo-replication/sync</a:t>
            </a:r>
            <a:endParaRPr b="0" i="0" sz="1100" u="none" cap="none" strike="noStrike">
              <a:solidFill>
                <a:srgbClr val="000000"/>
              </a:solidFill>
              <a:latin typeface="Arial"/>
              <a:ea typeface="Arial"/>
              <a:cs typeface="Arial"/>
              <a:sym typeface="Arial"/>
            </a:endParaRPr>
          </a:p>
        </p:txBody>
      </p:sp>
      <p:sp>
        <p:nvSpPr>
          <p:cNvPr id="913" name="Google Shape;913;p79"/>
          <p:cNvSpPr txBox="1"/>
          <p:nvPr/>
        </p:nvSpPr>
        <p:spPr>
          <a:xfrm>
            <a:off x="3288290" y="4185614"/>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Travel &amp; Hospitality</a:t>
            </a:r>
            <a:endParaRPr b="0" i="0" sz="1100" u="none" cap="none" strike="noStrike">
              <a:solidFill>
                <a:srgbClr val="000000"/>
              </a:solidFill>
              <a:latin typeface="Arial"/>
              <a:ea typeface="Arial"/>
              <a:cs typeface="Arial"/>
              <a:sym typeface="Arial"/>
            </a:endParaRPr>
          </a:p>
        </p:txBody>
      </p:sp>
      <p:sp>
        <p:nvSpPr>
          <p:cNvPr id="914" name="Google Shape;914;p79"/>
          <p:cNvSpPr txBox="1"/>
          <p:nvPr/>
        </p:nvSpPr>
        <p:spPr>
          <a:xfrm>
            <a:off x="4730835" y="921299"/>
            <a:ext cx="1103700" cy="3156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Mobile and IoT</a:t>
            </a:r>
            <a:br>
              <a:rPr b="0" i="0" lang="en" sz="800" u="none" cap="none" strike="noStrike">
                <a:solidFill>
                  <a:srgbClr val="000000"/>
                </a:solidFill>
                <a:latin typeface="Arial"/>
                <a:ea typeface="Arial"/>
                <a:cs typeface="Arial"/>
                <a:sym typeface="Arial"/>
              </a:rPr>
            </a:br>
            <a:r>
              <a:rPr b="0" i="0" lang="en" sz="800" u="none" cap="none" strike="noStrike">
                <a:solidFill>
                  <a:srgbClr val="000000"/>
                </a:solidFill>
                <a:latin typeface="Arial"/>
                <a:ea typeface="Arial"/>
                <a:cs typeface="Arial"/>
                <a:sym typeface="Arial"/>
              </a:rPr>
              <a:t>app syn</a:t>
            </a:r>
            <a:endParaRPr b="0" i="0" sz="1100" u="none" cap="none" strike="noStrike">
              <a:solidFill>
                <a:srgbClr val="000000"/>
              </a:solidFill>
              <a:latin typeface="Arial"/>
              <a:ea typeface="Arial"/>
              <a:cs typeface="Arial"/>
              <a:sym typeface="Arial"/>
            </a:endParaRPr>
          </a:p>
        </p:txBody>
      </p:sp>
      <p:sp>
        <p:nvSpPr>
          <p:cNvPr id="915" name="Google Shape;915;p79"/>
          <p:cNvSpPr txBox="1"/>
          <p:nvPr/>
        </p:nvSpPr>
        <p:spPr>
          <a:xfrm>
            <a:off x="4730835" y="207902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Disk storage</a:t>
            </a:r>
            <a:endParaRPr b="0" i="0" sz="1100" u="none" cap="none" strike="noStrike">
              <a:solidFill>
                <a:srgbClr val="000000"/>
              </a:solidFill>
              <a:latin typeface="Arial"/>
              <a:ea typeface="Arial"/>
              <a:cs typeface="Arial"/>
              <a:sym typeface="Arial"/>
            </a:endParaRPr>
          </a:p>
        </p:txBody>
      </p:sp>
      <p:sp>
        <p:nvSpPr>
          <p:cNvPr id="916" name="Google Shape;916;p79"/>
          <p:cNvSpPr txBox="1"/>
          <p:nvPr/>
        </p:nvSpPr>
        <p:spPr>
          <a:xfrm>
            <a:off x="4730835" y="3074613"/>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Memory</a:t>
            </a:r>
            <a:endParaRPr b="0" i="0" sz="1100" u="none" cap="none" strike="noStrike">
              <a:solidFill>
                <a:srgbClr val="000000"/>
              </a:solidFill>
              <a:latin typeface="Arial"/>
              <a:ea typeface="Arial"/>
              <a:cs typeface="Arial"/>
              <a:sym typeface="Arial"/>
            </a:endParaRPr>
          </a:p>
        </p:txBody>
      </p:sp>
      <p:sp>
        <p:nvSpPr>
          <p:cNvPr id="917" name="Google Shape;917;p79"/>
          <p:cNvSpPr txBox="1"/>
          <p:nvPr/>
        </p:nvSpPr>
        <p:spPr>
          <a:xfrm>
            <a:off x="6197029" y="92129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Key value</a:t>
            </a:r>
            <a:endParaRPr b="0" i="0" sz="1100" u="none" cap="none" strike="noStrike">
              <a:solidFill>
                <a:srgbClr val="000000"/>
              </a:solidFill>
              <a:latin typeface="Arial"/>
              <a:ea typeface="Arial"/>
              <a:cs typeface="Arial"/>
              <a:sym typeface="Arial"/>
            </a:endParaRPr>
          </a:p>
        </p:txBody>
      </p:sp>
      <p:sp>
        <p:nvSpPr>
          <p:cNvPr id="918" name="Google Shape;918;p79"/>
          <p:cNvSpPr txBox="1"/>
          <p:nvPr/>
        </p:nvSpPr>
        <p:spPr>
          <a:xfrm>
            <a:off x="6197029" y="207902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Cluster map</a:t>
            </a:r>
            <a:endParaRPr b="0" i="0" sz="1100" u="none" cap="none" strike="noStrike">
              <a:solidFill>
                <a:srgbClr val="000000"/>
              </a:solidFill>
              <a:latin typeface="Arial"/>
              <a:ea typeface="Arial"/>
              <a:cs typeface="Arial"/>
              <a:sym typeface="Arial"/>
            </a:endParaRPr>
          </a:p>
        </p:txBody>
      </p:sp>
      <p:sp>
        <p:nvSpPr>
          <p:cNvPr id="919" name="Google Shape;919;p79"/>
          <p:cNvSpPr txBox="1"/>
          <p:nvPr/>
        </p:nvSpPr>
        <p:spPr>
          <a:xfrm>
            <a:off x="6197029" y="3074613"/>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Reliability</a:t>
            </a:r>
            <a:endParaRPr b="0" i="0" sz="1100" u="none" cap="none" strike="noStrike">
              <a:solidFill>
                <a:srgbClr val="000000"/>
              </a:solidFill>
              <a:latin typeface="Arial"/>
              <a:ea typeface="Arial"/>
              <a:cs typeface="Arial"/>
              <a:sym typeface="Arial"/>
            </a:endParaRPr>
          </a:p>
        </p:txBody>
      </p:sp>
      <p:sp>
        <p:nvSpPr>
          <p:cNvPr id="920" name="Google Shape;920;p79"/>
          <p:cNvSpPr txBox="1"/>
          <p:nvPr/>
        </p:nvSpPr>
        <p:spPr>
          <a:xfrm>
            <a:off x="7639574" y="92129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SQL code</a:t>
            </a:r>
            <a:endParaRPr b="0" i="0" sz="1100" u="none" cap="none" strike="noStrike">
              <a:solidFill>
                <a:srgbClr val="000000"/>
              </a:solidFill>
              <a:latin typeface="Arial"/>
              <a:ea typeface="Arial"/>
              <a:cs typeface="Arial"/>
              <a:sym typeface="Arial"/>
            </a:endParaRPr>
          </a:p>
        </p:txBody>
      </p:sp>
      <p:sp>
        <p:nvSpPr>
          <p:cNvPr id="921" name="Google Shape;921;p79"/>
          <p:cNvSpPr txBox="1"/>
          <p:nvPr/>
        </p:nvSpPr>
        <p:spPr>
          <a:xfrm>
            <a:off x="7639574" y="207902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Columnar storage</a:t>
            </a:r>
            <a:endParaRPr b="0" i="0" sz="1100" u="none" cap="none" strike="noStrike">
              <a:solidFill>
                <a:srgbClr val="000000"/>
              </a:solidFill>
              <a:latin typeface="Arial"/>
              <a:ea typeface="Arial"/>
              <a:cs typeface="Arial"/>
              <a:sym typeface="Arial"/>
            </a:endParaRPr>
          </a:p>
        </p:txBody>
      </p:sp>
      <p:sp>
        <p:nvSpPr>
          <p:cNvPr id="922" name="Google Shape;922;p79"/>
          <p:cNvSpPr txBox="1"/>
          <p:nvPr/>
        </p:nvSpPr>
        <p:spPr>
          <a:xfrm>
            <a:off x="7639574" y="3074613"/>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2nd icon for Analytics</a:t>
            </a:r>
            <a:endParaRPr b="0" i="0" sz="1100" u="none" cap="none" strike="noStrike">
              <a:solidFill>
                <a:srgbClr val="000000"/>
              </a:solidFill>
              <a:latin typeface="Arial"/>
              <a:ea typeface="Arial"/>
              <a:cs typeface="Arial"/>
              <a:sym typeface="Arial"/>
            </a:endParaRPr>
          </a:p>
        </p:txBody>
      </p:sp>
      <p:sp>
        <p:nvSpPr>
          <p:cNvPr id="923" name="Google Shape;923;p79"/>
          <p:cNvSpPr txBox="1"/>
          <p:nvPr/>
        </p:nvSpPr>
        <p:spPr>
          <a:xfrm>
            <a:off x="4736090" y="4185614"/>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Financial Services</a:t>
            </a:r>
            <a:endParaRPr b="0" i="0" sz="1100" u="none" cap="none" strike="noStrike">
              <a:solidFill>
                <a:srgbClr val="000000"/>
              </a:solidFill>
              <a:latin typeface="Arial"/>
              <a:ea typeface="Arial"/>
              <a:cs typeface="Arial"/>
              <a:sym typeface="Arial"/>
            </a:endParaRPr>
          </a:p>
        </p:txBody>
      </p:sp>
      <p:sp>
        <p:nvSpPr>
          <p:cNvPr id="924" name="Google Shape;924;p79"/>
          <p:cNvSpPr txBox="1"/>
          <p:nvPr/>
        </p:nvSpPr>
        <p:spPr>
          <a:xfrm>
            <a:off x="6260090" y="4185614"/>
            <a:ext cx="1103700" cy="3156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Technology &amp; Business Services</a:t>
            </a:r>
            <a:endParaRPr b="0" i="0" sz="1100" u="none" cap="none" strike="noStrike">
              <a:solidFill>
                <a:srgbClr val="000000"/>
              </a:solidFill>
              <a:latin typeface="Arial"/>
              <a:ea typeface="Arial"/>
              <a:cs typeface="Arial"/>
              <a:sym typeface="Arial"/>
            </a:endParaRPr>
          </a:p>
        </p:txBody>
      </p:sp>
      <p:sp>
        <p:nvSpPr>
          <p:cNvPr id="925" name="Google Shape;925;p79"/>
          <p:cNvSpPr txBox="1"/>
          <p:nvPr/>
        </p:nvSpPr>
        <p:spPr>
          <a:xfrm>
            <a:off x="7665557" y="4185614"/>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Telecom</a:t>
            </a:r>
            <a:endParaRPr b="0" i="0" sz="1100" u="none" cap="none" strike="noStrike">
              <a:solidFill>
                <a:srgbClr val="000000"/>
              </a:solidFill>
              <a:latin typeface="Arial"/>
              <a:ea typeface="Arial"/>
              <a:cs typeface="Arial"/>
              <a:sym typeface="Arial"/>
            </a:endParaRPr>
          </a:p>
        </p:txBody>
      </p:sp>
      <p:pic>
        <p:nvPicPr>
          <p:cNvPr id="926" name="Google Shape;926;p79"/>
          <p:cNvPicPr preferRelativeResize="0"/>
          <p:nvPr/>
        </p:nvPicPr>
        <p:blipFill rotWithShape="1">
          <a:blip r:embed="rId3">
            <a:alphaModFix/>
          </a:blip>
          <a:srcRect b="0" l="0" r="0" t="0"/>
          <a:stretch/>
        </p:blipFill>
        <p:spPr>
          <a:xfrm>
            <a:off x="631801" y="235499"/>
            <a:ext cx="685800" cy="685800"/>
          </a:xfrm>
          <a:prstGeom prst="rect">
            <a:avLst/>
          </a:prstGeom>
          <a:noFill/>
          <a:ln>
            <a:noFill/>
          </a:ln>
        </p:spPr>
      </p:pic>
      <p:pic>
        <p:nvPicPr>
          <p:cNvPr id="927" name="Google Shape;927;p79"/>
          <p:cNvPicPr preferRelativeResize="0"/>
          <p:nvPr/>
        </p:nvPicPr>
        <p:blipFill rotWithShape="1">
          <a:blip r:embed="rId4">
            <a:alphaModFix/>
          </a:blip>
          <a:srcRect b="0" l="0" r="0" t="0"/>
          <a:stretch/>
        </p:blipFill>
        <p:spPr>
          <a:xfrm>
            <a:off x="2074345" y="297845"/>
            <a:ext cx="685800" cy="685800"/>
          </a:xfrm>
          <a:prstGeom prst="rect">
            <a:avLst/>
          </a:prstGeom>
          <a:noFill/>
          <a:ln>
            <a:noFill/>
          </a:ln>
        </p:spPr>
      </p:pic>
      <p:pic>
        <p:nvPicPr>
          <p:cNvPr id="928" name="Google Shape;928;p79"/>
          <p:cNvPicPr preferRelativeResize="0"/>
          <p:nvPr/>
        </p:nvPicPr>
        <p:blipFill rotWithShape="1">
          <a:blip r:embed="rId5">
            <a:alphaModFix/>
          </a:blip>
          <a:srcRect b="0" l="0" r="0" t="0"/>
          <a:stretch/>
        </p:blipFill>
        <p:spPr>
          <a:xfrm>
            <a:off x="3497183" y="279823"/>
            <a:ext cx="685800" cy="685800"/>
          </a:xfrm>
          <a:prstGeom prst="rect">
            <a:avLst/>
          </a:prstGeom>
          <a:noFill/>
          <a:ln>
            <a:noFill/>
          </a:ln>
        </p:spPr>
      </p:pic>
      <p:pic>
        <p:nvPicPr>
          <p:cNvPr id="929" name="Google Shape;929;p79"/>
          <p:cNvPicPr preferRelativeResize="0"/>
          <p:nvPr/>
        </p:nvPicPr>
        <p:blipFill rotWithShape="1">
          <a:blip r:embed="rId6">
            <a:alphaModFix/>
          </a:blip>
          <a:srcRect b="0" l="0" r="0" t="0"/>
          <a:stretch/>
        </p:blipFill>
        <p:spPr>
          <a:xfrm>
            <a:off x="4986315" y="244774"/>
            <a:ext cx="685800" cy="685800"/>
          </a:xfrm>
          <a:prstGeom prst="rect">
            <a:avLst/>
          </a:prstGeom>
          <a:noFill/>
          <a:ln>
            <a:noFill/>
          </a:ln>
        </p:spPr>
      </p:pic>
      <p:pic>
        <p:nvPicPr>
          <p:cNvPr id="930" name="Google Shape;930;p79"/>
          <p:cNvPicPr preferRelativeResize="0"/>
          <p:nvPr/>
        </p:nvPicPr>
        <p:blipFill rotWithShape="1">
          <a:blip r:embed="rId7">
            <a:alphaModFix/>
          </a:blip>
          <a:srcRect b="0" l="0" r="0" t="0"/>
          <a:stretch/>
        </p:blipFill>
        <p:spPr>
          <a:xfrm>
            <a:off x="6405570" y="224252"/>
            <a:ext cx="685800" cy="685800"/>
          </a:xfrm>
          <a:prstGeom prst="rect">
            <a:avLst/>
          </a:prstGeom>
          <a:noFill/>
          <a:ln>
            <a:noFill/>
          </a:ln>
        </p:spPr>
      </p:pic>
      <p:pic>
        <p:nvPicPr>
          <p:cNvPr id="931" name="Google Shape;931;p79"/>
          <p:cNvPicPr preferRelativeResize="0"/>
          <p:nvPr/>
        </p:nvPicPr>
        <p:blipFill rotWithShape="1">
          <a:blip r:embed="rId8">
            <a:alphaModFix/>
          </a:blip>
          <a:srcRect b="0" l="0" r="0" t="0"/>
          <a:stretch/>
        </p:blipFill>
        <p:spPr>
          <a:xfrm>
            <a:off x="7848114" y="244774"/>
            <a:ext cx="685800" cy="685800"/>
          </a:xfrm>
          <a:prstGeom prst="rect">
            <a:avLst/>
          </a:prstGeom>
          <a:noFill/>
          <a:ln>
            <a:noFill/>
          </a:ln>
        </p:spPr>
      </p:pic>
      <p:pic>
        <p:nvPicPr>
          <p:cNvPr id="932" name="Google Shape;932;p79"/>
          <p:cNvPicPr preferRelativeResize="0"/>
          <p:nvPr/>
        </p:nvPicPr>
        <p:blipFill rotWithShape="1">
          <a:blip r:embed="rId9">
            <a:alphaModFix/>
          </a:blip>
          <a:srcRect b="0" l="0" r="0" t="0"/>
          <a:stretch/>
        </p:blipFill>
        <p:spPr>
          <a:xfrm>
            <a:off x="571773" y="1393229"/>
            <a:ext cx="685800" cy="685800"/>
          </a:xfrm>
          <a:prstGeom prst="rect">
            <a:avLst/>
          </a:prstGeom>
          <a:noFill/>
          <a:ln>
            <a:noFill/>
          </a:ln>
        </p:spPr>
      </p:pic>
      <p:pic>
        <p:nvPicPr>
          <p:cNvPr id="933" name="Google Shape;933;p79"/>
          <p:cNvPicPr preferRelativeResize="0"/>
          <p:nvPr/>
        </p:nvPicPr>
        <p:blipFill rotWithShape="1">
          <a:blip r:embed="rId10">
            <a:alphaModFix/>
          </a:blip>
          <a:srcRect b="0" l="0" r="0" t="0"/>
          <a:stretch/>
        </p:blipFill>
        <p:spPr>
          <a:xfrm>
            <a:off x="2038873" y="1451119"/>
            <a:ext cx="685800" cy="685800"/>
          </a:xfrm>
          <a:prstGeom prst="rect">
            <a:avLst/>
          </a:prstGeom>
          <a:noFill/>
          <a:ln>
            <a:noFill/>
          </a:ln>
        </p:spPr>
      </p:pic>
      <p:pic>
        <p:nvPicPr>
          <p:cNvPr id="934" name="Google Shape;934;p79"/>
          <p:cNvPicPr preferRelativeResize="0"/>
          <p:nvPr/>
        </p:nvPicPr>
        <p:blipFill rotWithShape="1">
          <a:blip r:embed="rId11">
            <a:alphaModFix/>
          </a:blip>
          <a:srcRect b="0" l="0" r="0" t="0"/>
          <a:stretch/>
        </p:blipFill>
        <p:spPr>
          <a:xfrm>
            <a:off x="3505973" y="1439872"/>
            <a:ext cx="685800" cy="685800"/>
          </a:xfrm>
          <a:prstGeom prst="rect">
            <a:avLst/>
          </a:prstGeom>
          <a:noFill/>
          <a:ln>
            <a:noFill/>
          </a:ln>
        </p:spPr>
      </p:pic>
      <p:pic>
        <p:nvPicPr>
          <p:cNvPr id="935" name="Google Shape;935;p79"/>
          <p:cNvPicPr preferRelativeResize="0"/>
          <p:nvPr/>
        </p:nvPicPr>
        <p:blipFill rotWithShape="1">
          <a:blip r:embed="rId12">
            <a:alphaModFix/>
          </a:blip>
          <a:srcRect b="0" l="0" r="0" t="0"/>
          <a:stretch/>
        </p:blipFill>
        <p:spPr>
          <a:xfrm>
            <a:off x="4939728" y="1439872"/>
            <a:ext cx="685800" cy="685800"/>
          </a:xfrm>
          <a:prstGeom prst="rect">
            <a:avLst/>
          </a:prstGeom>
          <a:noFill/>
          <a:ln>
            <a:noFill/>
          </a:ln>
        </p:spPr>
      </p:pic>
      <p:pic>
        <p:nvPicPr>
          <p:cNvPr id="936" name="Google Shape;936;p79"/>
          <p:cNvPicPr preferRelativeResize="0"/>
          <p:nvPr/>
        </p:nvPicPr>
        <p:blipFill rotWithShape="1">
          <a:blip r:embed="rId13">
            <a:alphaModFix/>
          </a:blip>
          <a:srcRect b="0" l="0" r="0" t="0"/>
          <a:stretch/>
        </p:blipFill>
        <p:spPr>
          <a:xfrm>
            <a:off x="6405570" y="1439872"/>
            <a:ext cx="685800" cy="685800"/>
          </a:xfrm>
          <a:prstGeom prst="rect">
            <a:avLst/>
          </a:prstGeom>
          <a:noFill/>
          <a:ln>
            <a:noFill/>
          </a:ln>
        </p:spPr>
      </p:pic>
      <p:pic>
        <p:nvPicPr>
          <p:cNvPr id="937" name="Google Shape;937;p79"/>
          <p:cNvPicPr preferRelativeResize="0"/>
          <p:nvPr/>
        </p:nvPicPr>
        <p:blipFill rotWithShape="1">
          <a:blip r:embed="rId14">
            <a:alphaModFix/>
          </a:blip>
          <a:srcRect b="0" l="0" r="0" t="0"/>
          <a:stretch/>
        </p:blipFill>
        <p:spPr>
          <a:xfrm>
            <a:off x="7830007" y="1451119"/>
            <a:ext cx="685800" cy="685800"/>
          </a:xfrm>
          <a:prstGeom prst="rect">
            <a:avLst/>
          </a:prstGeom>
          <a:noFill/>
          <a:ln>
            <a:noFill/>
          </a:ln>
        </p:spPr>
      </p:pic>
      <p:pic>
        <p:nvPicPr>
          <p:cNvPr id="938" name="Google Shape;938;p79"/>
          <p:cNvPicPr preferRelativeResize="0"/>
          <p:nvPr/>
        </p:nvPicPr>
        <p:blipFill rotWithShape="1">
          <a:blip r:embed="rId15">
            <a:alphaModFix/>
          </a:blip>
          <a:srcRect b="0" l="0" r="0" t="0"/>
          <a:stretch/>
        </p:blipFill>
        <p:spPr>
          <a:xfrm>
            <a:off x="571773" y="2471748"/>
            <a:ext cx="685800" cy="685800"/>
          </a:xfrm>
          <a:prstGeom prst="rect">
            <a:avLst/>
          </a:prstGeom>
          <a:noFill/>
          <a:ln>
            <a:noFill/>
          </a:ln>
        </p:spPr>
      </p:pic>
      <p:pic>
        <p:nvPicPr>
          <p:cNvPr id="939" name="Google Shape;939;p79"/>
          <p:cNvPicPr preferRelativeResize="0"/>
          <p:nvPr/>
        </p:nvPicPr>
        <p:blipFill rotWithShape="1">
          <a:blip r:embed="rId16">
            <a:alphaModFix/>
          </a:blip>
          <a:srcRect b="0" l="0" r="0" t="0"/>
          <a:stretch/>
        </p:blipFill>
        <p:spPr>
          <a:xfrm>
            <a:off x="2038873" y="2479448"/>
            <a:ext cx="685800" cy="685800"/>
          </a:xfrm>
          <a:prstGeom prst="rect">
            <a:avLst/>
          </a:prstGeom>
          <a:noFill/>
          <a:ln>
            <a:noFill/>
          </a:ln>
        </p:spPr>
      </p:pic>
      <p:pic>
        <p:nvPicPr>
          <p:cNvPr id="940" name="Google Shape;940;p79"/>
          <p:cNvPicPr preferRelativeResize="0"/>
          <p:nvPr/>
        </p:nvPicPr>
        <p:blipFill rotWithShape="1">
          <a:blip r:embed="rId17">
            <a:alphaModFix/>
          </a:blip>
          <a:srcRect b="0" l="0" r="0" t="0"/>
          <a:stretch/>
        </p:blipFill>
        <p:spPr>
          <a:xfrm>
            <a:off x="3531025" y="2479448"/>
            <a:ext cx="685800" cy="685800"/>
          </a:xfrm>
          <a:prstGeom prst="rect">
            <a:avLst/>
          </a:prstGeom>
          <a:noFill/>
          <a:ln>
            <a:noFill/>
          </a:ln>
        </p:spPr>
      </p:pic>
      <p:pic>
        <p:nvPicPr>
          <p:cNvPr id="941" name="Google Shape;941;p79"/>
          <p:cNvPicPr preferRelativeResize="0"/>
          <p:nvPr/>
        </p:nvPicPr>
        <p:blipFill rotWithShape="1">
          <a:blip r:embed="rId18">
            <a:alphaModFix/>
          </a:blip>
          <a:srcRect b="0" l="0" r="0" t="0"/>
          <a:stretch/>
        </p:blipFill>
        <p:spPr>
          <a:xfrm>
            <a:off x="4927176" y="2465626"/>
            <a:ext cx="685800" cy="685800"/>
          </a:xfrm>
          <a:prstGeom prst="rect">
            <a:avLst/>
          </a:prstGeom>
          <a:noFill/>
          <a:ln>
            <a:noFill/>
          </a:ln>
        </p:spPr>
      </p:pic>
      <p:pic>
        <p:nvPicPr>
          <p:cNvPr id="942" name="Google Shape;942;p79"/>
          <p:cNvPicPr preferRelativeResize="0"/>
          <p:nvPr/>
        </p:nvPicPr>
        <p:blipFill rotWithShape="1">
          <a:blip r:embed="rId19">
            <a:alphaModFix/>
          </a:blip>
          <a:srcRect b="0" l="0" r="0" t="0"/>
          <a:stretch/>
        </p:blipFill>
        <p:spPr>
          <a:xfrm>
            <a:off x="6394276" y="2452862"/>
            <a:ext cx="685800" cy="685800"/>
          </a:xfrm>
          <a:prstGeom prst="rect">
            <a:avLst/>
          </a:prstGeom>
          <a:noFill/>
          <a:ln>
            <a:noFill/>
          </a:ln>
        </p:spPr>
      </p:pic>
      <p:pic>
        <p:nvPicPr>
          <p:cNvPr id="943" name="Google Shape;943;p79"/>
          <p:cNvPicPr preferRelativeResize="0"/>
          <p:nvPr/>
        </p:nvPicPr>
        <p:blipFill rotWithShape="1">
          <a:blip r:embed="rId20">
            <a:alphaModFix/>
          </a:blip>
          <a:srcRect b="0" l="0" r="0" t="0"/>
          <a:stretch/>
        </p:blipFill>
        <p:spPr>
          <a:xfrm>
            <a:off x="7815479" y="2465626"/>
            <a:ext cx="685800" cy="685800"/>
          </a:xfrm>
          <a:prstGeom prst="rect">
            <a:avLst/>
          </a:prstGeom>
          <a:noFill/>
          <a:ln>
            <a:noFill/>
          </a:ln>
        </p:spPr>
      </p:pic>
      <p:pic>
        <p:nvPicPr>
          <p:cNvPr id="944" name="Google Shape;944;p79"/>
          <p:cNvPicPr preferRelativeResize="0"/>
          <p:nvPr/>
        </p:nvPicPr>
        <p:blipFill rotWithShape="1">
          <a:blip r:embed="rId21">
            <a:alphaModFix/>
          </a:blip>
          <a:srcRect b="0" l="0" r="0" t="0"/>
          <a:stretch/>
        </p:blipFill>
        <p:spPr>
          <a:xfrm>
            <a:off x="552973" y="3536401"/>
            <a:ext cx="685800" cy="685800"/>
          </a:xfrm>
          <a:prstGeom prst="rect">
            <a:avLst/>
          </a:prstGeom>
          <a:noFill/>
          <a:ln>
            <a:noFill/>
          </a:ln>
        </p:spPr>
      </p:pic>
      <p:pic>
        <p:nvPicPr>
          <p:cNvPr id="945" name="Google Shape;945;p79"/>
          <p:cNvPicPr preferRelativeResize="0"/>
          <p:nvPr/>
        </p:nvPicPr>
        <p:blipFill rotWithShape="1">
          <a:blip r:embed="rId22">
            <a:alphaModFix/>
          </a:blip>
          <a:srcRect b="0" l="0" r="0" t="0"/>
          <a:stretch/>
        </p:blipFill>
        <p:spPr>
          <a:xfrm>
            <a:off x="2049383" y="3592146"/>
            <a:ext cx="685800" cy="685800"/>
          </a:xfrm>
          <a:prstGeom prst="rect">
            <a:avLst/>
          </a:prstGeom>
          <a:noFill/>
          <a:ln>
            <a:noFill/>
          </a:ln>
        </p:spPr>
      </p:pic>
      <p:pic>
        <p:nvPicPr>
          <p:cNvPr id="946" name="Google Shape;946;p79"/>
          <p:cNvPicPr preferRelativeResize="0"/>
          <p:nvPr/>
        </p:nvPicPr>
        <p:blipFill rotWithShape="1">
          <a:blip r:embed="rId23">
            <a:alphaModFix/>
          </a:blip>
          <a:srcRect b="0" l="0" r="0" t="0"/>
          <a:stretch/>
        </p:blipFill>
        <p:spPr>
          <a:xfrm>
            <a:off x="3490721" y="3568654"/>
            <a:ext cx="685800" cy="685800"/>
          </a:xfrm>
          <a:prstGeom prst="rect">
            <a:avLst/>
          </a:prstGeom>
          <a:noFill/>
          <a:ln>
            <a:noFill/>
          </a:ln>
        </p:spPr>
      </p:pic>
      <p:pic>
        <p:nvPicPr>
          <p:cNvPr id="947" name="Google Shape;947;p79"/>
          <p:cNvPicPr preferRelativeResize="0"/>
          <p:nvPr/>
        </p:nvPicPr>
        <p:blipFill rotWithShape="1">
          <a:blip r:embed="rId24">
            <a:alphaModFix/>
          </a:blip>
          <a:srcRect b="0" l="0" r="0" t="0"/>
          <a:stretch/>
        </p:blipFill>
        <p:spPr>
          <a:xfrm>
            <a:off x="4911696" y="3525366"/>
            <a:ext cx="685800" cy="685800"/>
          </a:xfrm>
          <a:prstGeom prst="rect">
            <a:avLst/>
          </a:prstGeom>
          <a:noFill/>
          <a:ln>
            <a:noFill/>
          </a:ln>
        </p:spPr>
      </p:pic>
      <p:pic>
        <p:nvPicPr>
          <p:cNvPr id="948" name="Google Shape;948;p79"/>
          <p:cNvPicPr preferRelativeResize="0"/>
          <p:nvPr/>
        </p:nvPicPr>
        <p:blipFill rotWithShape="1">
          <a:blip r:embed="rId25">
            <a:alphaModFix/>
          </a:blip>
          <a:srcRect b="0" l="0" r="0" t="0"/>
          <a:stretch/>
        </p:blipFill>
        <p:spPr>
          <a:xfrm>
            <a:off x="6428468" y="3592146"/>
            <a:ext cx="685800" cy="685800"/>
          </a:xfrm>
          <a:prstGeom prst="rect">
            <a:avLst/>
          </a:prstGeom>
          <a:noFill/>
          <a:ln>
            <a:noFill/>
          </a:ln>
        </p:spPr>
      </p:pic>
      <p:pic>
        <p:nvPicPr>
          <p:cNvPr id="949" name="Google Shape;949;p79"/>
          <p:cNvPicPr preferRelativeResize="0"/>
          <p:nvPr/>
        </p:nvPicPr>
        <p:blipFill rotWithShape="1">
          <a:blip r:embed="rId26">
            <a:alphaModFix/>
          </a:blip>
          <a:srcRect b="0" l="0" r="0" t="0"/>
          <a:stretch/>
        </p:blipFill>
        <p:spPr>
          <a:xfrm>
            <a:off x="7874450" y="3536401"/>
            <a:ext cx="685800" cy="6858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80"/>
          <p:cNvSpPr txBox="1"/>
          <p:nvPr/>
        </p:nvSpPr>
        <p:spPr>
          <a:xfrm>
            <a:off x="371669" y="921299"/>
            <a:ext cx="1103700" cy="3156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Media &amp; Entertainment</a:t>
            </a:r>
            <a:endParaRPr b="0" i="0" sz="1100" u="none" cap="none" strike="noStrike">
              <a:solidFill>
                <a:srgbClr val="000000"/>
              </a:solidFill>
              <a:latin typeface="Arial"/>
              <a:ea typeface="Arial"/>
              <a:cs typeface="Arial"/>
              <a:sym typeface="Arial"/>
            </a:endParaRPr>
          </a:p>
        </p:txBody>
      </p:sp>
      <p:sp>
        <p:nvSpPr>
          <p:cNvPr id="955" name="Google Shape;955;p80"/>
          <p:cNvSpPr txBox="1"/>
          <p:nvPr/>
        </p:nvSpPr>
        <p:spPr>
          <a:xfrm>
            <a:off x="371669" y="2006564"/>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Flexible data model</a:t>
            </a:r>
            <a:endParaRPr b="0" i="0" sz="1100" u="none" cap="none" strike="noStrike">
              <a:solidFill>
                <a:srgbClr val="000000"/>
              </a:solidFill>
              <a:latin typeface="Arial"/>
              <a:ea typeface="Arial"/>
              <a:cs typeface="Arial"/>
              <a:sym typeface="Arial"/>
            </a:endParaRPr>
          </a:p>
        </p:txBody>
      </p:sp>
      <p:sp>
        <p:nvSpPr>
          <p:cNvPr id="956" name="Google Shape;956;p80"/>
          <p:cNvSpPr txBox="1"/>
          <p:nvPr/>
        </p:nvSpPr>
        <p:spPr>
          <a:xfrm>
            <a:off x="371669" y="3060927"/>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key-value</a:t>
            </a:r>
            <a:endParaRPr b="0" i="0" sz="1100" u="none" cap="none" strike="noStrike">
              <a:solidFill>
                <a:srgbClr val="000000"/>
              </a:solidFill>
              <a:latin typeface="Arial"/>
              <a:ea typeface="Arial"/>
              <a:cs typeface="Arial"/>
              <a:sym typeface="Arial"/>
            </a:endParaRPr>
          </a:p>
        </p:txBody>
      </p:sp>
      <p:sp>
        <p:nvSpPr>
          <p:cNvPr id="957" name="Google Shape;957;p80"/>
          <p:cNvSpPr txBox="1"/>
          <p:nvPr/>
        </p:nvSpPr>
        <p:spPr>
          <a:xfrm>
            <a:off x="371669" y="4056906"/>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Kubernetes</a:t>
            </a:r>
            <a:endParaRPr b="0" i="0" sz="1100" u="none" cap="none" strike="noStrike">
              <a:solidFill>
                <a:srgbClr val="000000"/>
              </a:solidFill>
              <a:latin typeface="Arial"/>
              <a:ea typeface="Arial"/>
              <a:cs typeface="Arial"/>
              <a:sym typeface="Arial"/>
            </a:endParaRPr>
          </a:p>
        </p:txBody>
      </p:sp>
      <p:sp>
        <p:nvSpPr>
          <p:cNvPr id="958" name="Google Shape;958;p80"/>
          <p:cNvSpPr txBox="1"/>
          <p:nvPr/>
        </p:nvSpPr>
        <p:spPr>
          <a:xfrm>
            <a:off x="1829980" y="92129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Gaming</a:t>
            </a:r>
            <a:endParaRPr b="0" i="0" sz="1100" u="none" cap="none" strike="noStrike">
              <a:solidFill>
                <a:srgbClr val="000000"/>
              </a:solidFill>
              <a:latin typeface="Arial"/>
              <a:ea typeface="Arial"/>
              <a:cs typeface="Arial"/>
              <a:sym typeface="Arial"/>
            </a:endParaRPr>
          </a:p>
        </p:txBody>
      </p:sp>
      <p:sp>
        <p:nvSpPr>
          <p:cNvPr id="959" name="Google Shape;959;p80"/>
          <p:cNvSpPr txBox="1"/>
          <p:nvPr/>
        </p:nvSpPr>
        <p:spPr>
          <a:xfrm>
            <a:off x="1829980" y="2006564"/>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Capella iQ</a:t>
            </a:r>
            <a:endParaRPr b="0" i="0" sz="800" u="none" cap="none" strike="noStrike">
              <a:solidFill>
                <a:srgbClr val="000000"/>
              </a:solidFill>
              <a:latin typeface="Arial"/>
              <a:ea typeface="Arial"/>
              <a:cs typeface="Arial"/>
              <a:sym typeface="Arial"/>
            </a:endParaRPr>
          </a:p>
        </p:txBody>
      </p:sp>
      <p:sp>
        <p:nvSpPr>
          <p:cNvPr id="960" name="Google Shape;960;p80"/>
          <p:cNvSpPr txBox="1"/>
          <p:nvPr/>
        </p:nvSpPr>
        <p:spPr>
          <a:xfrm>
            <a:off x="1829980" y="3060927"/>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text search</a:t>
            </a:r>
            <a:endParaRPr b="0" i="0" sz="1100" u="none" cap="none" strike="noStrike">
              <a:solidFill>
                <a:srgbClr val="000000"/>
              </a:solidFill>
              <a:latin typeface="Arial"/>
              <a:ea typeface="Arial"/>
              <a:cs typeface="Arial"/>
              <a:sym typeface="Arial"/>
            </a:endParaRPr>
          </a:p>
        </p:txBody>
      </p:sp>
      <p:sp>
        <p:nvSpPr>
          <p:cNvPr id="961" name="Google Shape;961;p80"/>
          <p:cNvSpPr txBox="1"/>
          <p:nvPr/>
        </p:nvSpPr>
        <p:spPr>
          <a:xfrm>
            <a:off x="1829980" y="4056906"/>
            <a:ext cx="1103700" cy="3156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Cache / Integrated cache</a:t>
            </a:r>
            <a:endParaRPr b="0" i="0" sz="1100" u="none" cap="none" strike="noStrike">
              <a:solidFill>
                <a:srgbClr val="000000"/>
              </a:solidFill>
              <a:latin typeface="Arial"/>
              <a:ea typeface="Arial"/>
              <a:cs typeface="Arial"/>
              <a:sym typeface="Arial"/>
            </a:endParaRPr>
          </a:p>
        </p:txBody>
      </p:sp>
      <p:sp>
        <p:nvSpPr>
          <p:cNvPr id="962" name="Google Shape;962;p80"/>
          <p:cNvSpPr txBox="1"/>
          <p:nvPr/>
        </p:nvSpPr>
        <p:spPr>
          <a:xfrm>
            <a:off x="3288290" y="921299"/>
            <a:ext cx="1103700" cy="3156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Manufacturing &amp; Utilities</a:t>
            </a:r>
            <a:endParaRPr b="0" i="0" sz="1100" u="none" cap="none" strike="noStrike">
              <a:solidFill>
                <a:srgbClr val="000000"/>
              </a:solidFill>
              <a:latin typeface="Arial"/>
              <a:ea typeface="Arial"/>
              <a:cs typeface="Arial"/>
              <a:sym typeface="Arial"/>
            </a:endParaRPr>
          </a:p>
        </p:txBody>
      </p:sp>
      <p:sp>
        <p:nvSpPr>
          <p:cNvPr id="963" name="Google Shape;963;p80"/>
          <p:cNvSpPr txBox="1"/>
          <p:nvPr/>
        </p:nvSpPr>
        <p:spPr>
          <a:xfrm>
            <a:off x="3288290" y="2006564"/>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AI </a:t>
            </a:r>
            <a:endParaRPr b="0" i="0" sz="1100" u="none" cap="none" strike="noStrike">
              <a:solidFill>
                <a:srgbClr val="000000"/>
              </a:solidFill>
              <a:latin typeface="Arial"/>
              <a:ea typeface="Arial"/>
              <a:cs typeface="Arial"/>
              <a:sym typeface="Arial"/>
            </a:endParaRPr>
          </a:p>
        </p:txBody>
      </p:sp>
      <p:sp>
        <p:nvSpPr>
          <p:cNvPr id="964" name="Google Shape;964;p80"/>
          <p:cNvSpPr txBox="1"/>
          <p:nvPr/>
        </p:nvSpPr>
        <p:spPr>
          <a:xfrm>
            <a:off x="3288290" y="3060927"/>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eventing</a:t>
            </a:r>
            <a:endParaRPr b="0" i="0" sz="800" u="none" cap="none" strike="noStrike">
              <a:solidFill>
                <a:srgbClr val="000000"/>
              </a:solidFill>
              <a:latin typeface="Arial"/>
              <a:ea typeface="Arial"/>
              <a:cs typeface="Arial"/>
              <a:sym typeface="Arial"/>
            </a:endParaRPr>
          </a:p>
        </p:txBody>
      </p:sp>
      <p:sp>
        <p:nvSpPr>
          <p:cNvPr id="965" name="Google Shape;965;p80"/>
          <p:cNvSpPr txBox="1"/>
          <p:nvPr/>
        </p:nvSpPr>
        <p:spPr>
          <a:xfrm>
            <a:off x="3288290" y="4056906"/>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Active active clusters</a:t>
            </a:r>
            <a:endParaRPr b="0" i="0" sz="1100" u="none" cap="none" strike="noStrike">
              <a:solidFill>
                <a:srgbClr val="000000"/>
              </a:solidFill>
              <a:latin typeface="Arial"/>
              <a:ea typeface="Arial"/>
              <a:cs typeface="Arial"/>
              <a:sym typeface="Arial"/>
            </a:endParaRPr>
          </a:p>
        </p:txBody>
      </p:sp>
      <p:sp>
        <p:nvSpPr>
          <p:cNvPr id="966" name="Google Shape;966;p80"/>
          <p:cNvSpPr txBox="1"/>
          <p:nvPr/>
        </p:nvSpPr>
        <p:spPr>
          <a:xfrm>
            <a:off x="4730835" y="92129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High Tech</a:t>
            </a:r>
            <a:endParaRPr b="0" i="0" sz="1100" u="none" cap="none" strike="noStrike">
              <a:solidFill>
                <a:srgbClr val="000000"/>
              </a:solidFill>
              <a:latin typeface="Arial"/>
              <a:ea typeface="Arial"/>
              <a:cs typeface="Arial"/>
              <a:sym typeface="Arial"/>
            </a:endParaRPr>
          </a:p>
        </p:txBody>
      </p:sp>
      <p:sp>
        <p:nvSpPr>
          <p:cNvPr id="967" name="Google Shape;967;p80"/>
          <p:cNvSpPr txBox="1"/>
          <p:nvPr/>
        </p:nvSpPr>
        <p:spPr>
          <a:xfrm>
            <a:off x="4730835" y="2006564"/>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LLMs </a:t>
            </a:r>
            <a:endParaRPr b="0" i="0" sz="1100" u="none" cap="none" strike="noStrike">
              <a:solidFill>
                <a:srgbClr val="000000"/>
              </a:solidFill>
              <a:latin typeface="Arial"/>
              <a:ea typeface="Arial"/>
              <a:cs typeface="Arial"/>
              <a:sym typeface="Arial"/>
            </a:endParaRPr>
          </a:p>
        </p:txBody>
      </p:sp>
      <p:sp>
        <p:nvSpPr>
          <p:cNvPr id="968" name="Google Shape;968;p80"/>
          <p:cNvSpPr txBox="1"/>
          <p:nvPr/>
        </p:nvSpPr>
        <p:spPr>
          <a:xfrm>
            <a:off x="4730835" y="3060927"/>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analytics</a:t>
            </a:r>
            <a:endParaRPr b="0" i="0" sz="1100" u="none" cap="none" strike="noStrike">
              <a:solidFill>
                <a:srgbClr val="000000"/>
              </a:solidFill>
              <a:latin typeface="Arial"/>
              <a:ea typeface="Arial"/>
              <a:cs typeface="Arial"/>
              <a:sym typeface="Arial"/>
            </a:endParaRPr>
          </a:p>
        </p:txBody>
      </p:sp>
      <p:sp>
        <p:nvSpPr>
          <p:cNvPr id="969" name="Google Shape;969;p80"/>
          <p:cNvSpPr txBox="1"/>
          <p:nvPr/>
        </p:nvSpPr>
        <p:spPr>
          <a:xfrm>
            <a:off x="6197029" y="92129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Healthcare</a:t>
            </a:r>
            <a:endParaRPr b="0" i="0" sz="1100" u="none" cap="none" strike="noStrike">
              <a:solidFill>
                <a:srgbClr val="000000"/>
              </a:solidFill>
              <a:latin typeface="Arial"/>
              <a:ea typeface="Arial"/>
              <a:cs typeface="Arial"/>
              <a:sym typeface="Arial"/>
            </a:endParaRPr>
          </a:p>
        </p:txBody>
      </p:sp>
      <p:sp>
        <p:nvSpPr>
          <p:cNvPr id="970" name="Google Shape;970;p80"/>
          <p:cNvSpPr txBox="1"/>
          <p:nvPr/>
        </p:nvSpPr>
        <p:spPr>
          <a:xfrm>
            <a:off x="6197029" y="2006564"/>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multimodel</a:t>
            </a:r>
            <a:endParaRPr b="0" i="0" sz="800" u="none" cap="none" strike="noStrike">
              <a:solidFill>
                <a:srgbClr val="000000"/>
              </a:solidFill>
              <a:latin typeface="Arial"/>
              <a:ea typeface="Arial"/>
              <a:cs typeface="Arial"/>
              <a:sym typeface="Arial"/>
            </a:endParaRPr>
          </a:p>
        </p:txBody>
      </p:sp>
      <p:sp>
        <p:nvSpPr>
          <p:cNvPr id="971" name="Google Shape;971;p80"/>
          <p:cNvSpPr txBox="1"/>
          <p:nvPr/>
        </p:nvSpPr>
        <p:spPr>
          <a:xfrm>
            <a:off x="6197029" y="3060927"/>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time series</a:t>
            </a:r>
            <a:endParaRPr b="0" i="0" sz="1100" u="none" cap="none" strike="noStrike">
              <a:solidFill>
                <a:srgbClr val="000000"/>
              </a:solidFill>
              <a:latin typeface="Arial"/>
              <a:ea typeface="Arial"/>
              <a:cs typeface="Arial"/>
              <a:sym typeface="Arial"/>
            </a:endParaRPr>
          </a:p>
        </p:txBody>
      </p:sp>
      <p:sp>
        <p:nvSpPr>
          <p:cNvPr id="972" name="Google Shape;972;p80"/>
          <p:cNvSpPr txBox="1"/>
          <p:nvPr/>
        </p:nvSpPr>
        <p:spPr>
          <a:xfrm>
            <a:off x="7639574" y="92129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JSON documents</a:t>
            </a:r>
            <a:endParaRPr b="0" i="0" sz="1100" u="none" cap="none" strike="noStrike">
              <a:solidFill>
                <a:srgbClr val="000000"/>
              </a:solidFill>
              <a:latin typeface="Arial"/>
              <a:ea typeface="Arial"/>
              <a:cs typeface="Arial"/>
              <a:sym typeface="Arial"/>
            </a:endParaRPr>
          </a:p>
        </p:txBody>
      </p:sp>
      <p:sp>
        <p:nvSpPr>
          <p:cNvPr id="973" name="Google Shape;973;p80"/>
          <p:cNvSpPr txBox="1"/>
          <p:nvPr/>
        </p:nvSpPr>
        <p:spPr>
          <a:xfrm>
            <a:off x="7639574" y="2006564"/>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SQL++</a:t>
            </a:r>
            <a:endParaRPr b="0" i="0" sz="1100" u="none" cap="none" strike="noStrike">
              <a:solidFill>
                <a:srgbClr val="000000"/>
              </a:solidFill>
              <a:latin typeface="Arial"/>
              <a:ea typeface="Arial"/>
              <a:cs typeface="Arial"/>
              <a:sym typeface="Arial"/>
            </a:endParaRPr>
          </a:p>
        </p:txBody>
      </p:sp>
      <p:sp>
        <p:nvSpPr>
          <p:cNvPr id="974" name="Google Shape;974;p80"/>
          <p:cNvSpPr txBox="1"/>
          <p:nvPr/>
        </p:nvSpPr>
        <p:spPr>
          <a:xfrm>
            <a:off x="7639574" y="3060927"/>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DBaaS</a:t>
            </a:r>
            <a:endParaRPr b="0" i="0" sz="1100" u="none" cap="none" strike="noStrike">
              <a:solidFill>
                <a:srgbClr val="000000"/>
              </a:solidFill>
              <a:latin typeface="Arial"/>
              <a:ea typeface="Arial"/>
              <a:cs typeface="Arial"/>
              <a:sym typeface="Arial"/>
            </a:endParaRPr>
          </a:p>
        </p:txBody>
      </p:sp>
      <p:sp>
        <p:nvSpPr>
          <p:cNvPr id="975" name="Google Shape;975;p80"/>
          <p:cNvSpPr txBox="1"/>
          <p:nvPr/>
        </p:nvSpPr>
        <p:spPr>
          <a:xfrm>
            <a:off x="4736090" y="4056906"/>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distributed scalability</a:t>
            </a:r>
            <a:endParaRPr b="0" i="0" sz="1100" u="none" cap="none" strike="noStrike">
              <a:solidFill>
                <a:srgbClr val="000000"/>
              </a:solidFill>
              <a:latin typeface="Arial"/>
              <a:ea typeface="Arial"/>
              <a:cs typeface="Arial"/>
              <a:sym typeface="Arial"/>
            </a:endParaRPr>
          </a:p>
        </p:txBody>
      </p:sp>
      <p:sp>
        <p:nvSpPr>
          <p:cNvPr id="976" name="Google Shape;976;p80"/>
          <p:cNvSpPr txBox="1"/>
          <p:nvPr/>
        </p:nvSpPr>
        <p:spPr>
          <a:xfrm>
            <a:off x="6260090" y="4056906"/>
            <a:ext cx="1103700" cy="3156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Multi-Dimensional Scaling</a:t>
            </a:r>
            <a:endParaRPr b="0" i="0" sz="1100" u="none" cap="none" strike="noStrike">
              <a:solidFill>
                <a:srgbClr val="000000"/>
              </a:solidFill>
              <a:latin typeface="Arial"/>
              <a:ea typeface="Arial"/>
              <a:cs typeface="Arial"/>
              <a:sym typeface="Arial"/>
            </a:endParaRPr>
          </a:p>
        </p:txBody>
      </p:sp>
      <p:sp>
        <p:nvSpPr>
          <p:cNvPr id="977" name="Google Shape;977;p80"/>
          <p:cNvSpPr txBox="1"/>
          <p:nvPr/>
        </p:nvSpPr>
        <p:spPr>
          <a:xfrm>
            <a:off x="7665557" y="4056906"/>
            <a:ext cx="1103700" cy="3156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high availability/0 downtime</a:t>
            </a:r>
            <a:endParaRPr b="0" i="0" sz="1100" u="none" cap="none" strike="noStrike">
              <a:solidFill>
                <a:srgbClr val="000000"/>
              </a:solidFill>
              <a:latin typeface="Arial"/>
              <a:ea typeface="Arial"/>
              <a:cs typeface="Arial"/>
              <a:sym typeface="Arial"/>
            </a:endParaRPr>
          </a:p>
        </p:txBody>
      </p:sp>
      <p:pic>
        <p:nvPicPr>
          <p:cNvPr id="978" name="Google Shape;978;p80"/>
          <p:cNvPicPr preferRelativeResize="0"/>
          <p:nvPr/>
        </p:nvPicPr>
        <p:blipFill rotWithShape="1">
          <a:blip r:embed="rId3">
            <a:alphaModFix/>
          </a:blip>
          <a:srcRect b="0" l="0" r="0" t="0"/>
          <a:stretch/>
        </p:blipFill>
        <p:spPr>
          <a:xfrm>
            <a:off x="631801" y="356683"/>
            <a:ext cx="685800" cy="685800"/>
          </a:xfrm>
          <a:prstGeom prst="rect">
            <a:avLst/>
          </a:prstGeom>
          <a:noFill/>
          <a:ln>
            <a:noFill/>
          </a:ln>
        </p:spPr>
      </p:pic>
      <p:pic>
        <p:nvPicPr>
          <p:cNvPr id="979" name="Google Shape;979;p80"/>
          <p:cNvPicPr preferRelativeResize="0"/>
          <p:nvPr/>
        </p:nvPicPr>
        <p:blipFill rotWithShape="1">
          <a:blip r:embed="rId4">
            <a:alphaModFix/>
          </a:blip>
          <a:srcRect b="0" l="0" r="0" t="0"/>
          <a:stretch/>
        </p:blipFill>
        <p:spPr>
          <a:xfrm>
            <a:off x="2034932" y="327832"/>
            <a:ext cx="685800" cy="685800"/>
          </a:xfrm>
          <a:prstGeom prst="rect">
            <a:avLst/>
          </a:prstGeom>
          <a:noFill/>
          <a:ln>
            <a:noFill/>
          </a:ln>
        </p:spPr>
      </p:pic>
      <p:pic>
        <p:nvPicPr>
          <p:cNvPr id="980" name="Google Shape;980;p80"/>
          <p:cNvPicPr preferRelativeResize="0"/>
          <p:nvPr/>
        </p:nvPicPr>
        <p:blipFill rotWithShape="1">
          <a:blip r:embed="rId5">
            <a:alphaModFix/>
          </a:blip>
          <a:srcRect b="0" l="0" r="0" t="0"/>
          <a:stretch/>
        </p:blipFill>
        <p:spPr>
          <a:xfrm>
            <a:off x="3497183" y="297845"/>
            <a:ext cx="685800" cy="685800"/>
          </a:xfrm>
          <a:prstGeom prst="rect">
            <a:avLst/>
          </a:prstGeom>
          <a:noFill/>
          <a:ln>
            <a:noFill/>
          </a:ln>
        </p:spPr>
      </p:pic>
      <p:pic>
        <p:nvPicPr>
          <p:cNvPr id="981" name="Google Shape;981;p80"/>
          <p:cNvPicPr preferRelativeResize="0"/>
          <p:nvPr/>
        </p:nvPicPr>
        <p:blipFill rotWithShape="1">
          <a:blip r:embed="rId6">
            <a:alphaModFix/>
          </a:blip>
          <a:srcRect b="0" l="0" r="0" t="0"/>
          <a:stretch/>
        </p:blipFill>
        <p:spPr>
          <a:xfrm>
            <a:off x="4898422" y="266228"/>
            <a:ext cx="685800" cy="685800"/>
          </a:xfrm>
          <a:prstGeom prst="rect">
            <a:avLst/>
          </a:prstGeom>
          <a:noFill/>
          <a:ln>
            <a:noFill/>
          </a:ln>
        </p:spPr>
      </p:pic>
      <p:pic>
        <p:nvPicPr>
          <p:cNvPr id="982" name="Google Shape;982;p80"/>
          <p:cNvPicPr preferRelativeResize="0"/>
          <p:nvPr/>
        </p:nvPicPr>
        <p:blipFill rotWithShape="1">
          <a:blip r:embed="rId7">
            <a:alphaModFix/>
          </a:blip>
          <a:srcRect b="0" l="0" r="0" t="0"/>
          <a:stretch/>
        </p:blipFill>
        <p:spPr>
          <a:xfrm>
            <a:off x="6381705" y="265832"/>
            <a:ext cx="685800" cy="685800"/>
          </a:xfrm>
          <a:prstGeom prst="rect">
            <a:avLst/>
          </a:prstGeom>
          <a:noFill/>
          <a:ln>
            <a:noFill/>
          </a:ln>
        </p:spPr>
      </p:pic>
      <p:pic>
        <p:nvPicPr>
          <p:cNvPr id="983" name="Google Shape;983;p80"/>
          <p:cNvPicPr preferRelativeResize="0"/>
          <p:nvPr/>
        </p:nvPicPr>
        <p:blipFill rotWithShape="1">
          <a:blip r:embed="rId8">
            <a:alphaModFix/>
          </a:blip>
          <a:srcRect b="0" l="0" r="0" t="0"/>
          <a:stretch/>
        </p:blipFill>
        <p:spPr>
          <a:xfrm>
            <a:off x="7826399" y="297845"/>
            <a:ext cx="685800" cy="685800"/>
          </a:xfrm>
          <a:prstGeom prst="rect">
            <a:avLst/>
          </a:prstGeom>
          <a:noFill/>
          <a:ln>
            <a:noFill/>
          </a:ln>
        </p:spPr>
      </p:pic>
      <p:pic>
        <p:nvPicPr>
          <p:cNvPr id="984" name="Google Shape;984;p80"/>
          <p:cNvPicPr preferRelativeResize="0"/>
          <p:nvPr/>
        </p:nvPicPr>
        <p:blipFill rotWithShape="1">
          <a:blip r:embed="rId9">
            <a:alphaModFix/>
          </a:blip>
          <a:srcRect b="0" l="0" r="0" t="0"/>
          <a:stretch/>
        </p:blipFill>
        <p:spPr>
          <a:xfrm>
            <a:off x="580562" y="1327682"/>
            <a:ext cx="685800" cy="685800"/>
          </a:xfrm>
          <a:prstGeom prst="rect">
            <a:avLst/>
          </a:prstGeom>
          <a:noFill/>
          <a:ln>
            <a:noFill/>
          </a:ln>
        </p:spPr>
      </p:pic>
      <p:pic>
        <p:nvPicPr>
          <p:cNvPr id="985" name="Google Shape;985;p80"/>
          <p:cNvPicPr preferRelativeResize="0"/>
          <p:nvPr/>
        </p:nvPicPr>
        <p:blipFill rotWithShape="1">
          <a:blip r:embed="rId10">
            <a:alphaModFix/>
          </a:blip>
          <a:srcRect b="0" l="0" r="0" t="0"/>
          <a:stretch/>
        </p:blipFill>
        <p:spPr>
          <a:xfrm>
            <a:off x="2064121" y="1358732"/>
            <a:ext cx="685800" cy="685800"/>
          </a:xfrm>
          <a:prstGeom prst="rect">
            <a:avLst/>
          </a:prstGeom>
          <a:noFill/>
          <a:ln>
            <a:noFill/>
          </a:ln>
        </p:spPr>
      </p:pic>
      <p:pic>
        <p:nvPicPr>
          <p:cNvPr id="986" name="Google Shape;986;p80"/>
          <p:cNvPicPr preferRelativeResize="0"/>
          <p:nvPr/>
        </p:nvPicPr>
        <p:blipFill rotWithShape="1">
          <a:blip r:embed="rId11">
            <a:alphaModFix/>
          </a:blip>
          <a:srcRect b="0" l="0" r="0" t="0"/>
          <a:stretch/>
        </p:blipFill>
        <p:spPr>
          <a:xfrm>
            <a:off x="3497183" y="1385938"/>
            <a:ext cx="685800" cy="685800"/>
          </a:xfrm>
          <a:prstGeom prst="rect">
            <a:avLst/>
          </a:prstGeom>
          <a:noFill/>
          <a:ln>
            <a:noFill/>
          </a:ln>
        </p:spPr>
      </p:pic>
      <p:pic>
        <p:nvPicPr>
          <p:cNvPr id="987" name="Google Shape;987;p80"/>
          <p:cNvPicPr preferRelativeResize="0"/>
          <p:nvPr/>
        </p:nvPicPr>
        <p:blipFill rotWithShape="1">
          <a:blip r:embed="rId12">
            <a:alphaModFix/>
          </a:blip>
          <a:srcRect b="0" l="0" r="0" t="0"/>
          <a:stretch/>
        </p:blipFill>
        <p:spPr>
          <a:xfrm>
            <a:off x="4930246" y="1385938"/>
            <a:ext cx="685800" cy="685800"/>
          </a:xfrm>
          <a:prstGeom prst="rect">
            <a:avLst/>
          </a:prstGeom>
          <a:noFill/>
          <a:ln>
            <a:noFill/>
          </a:ln>
        </p:spPr>
      </p:pic>
      <p:pic>
        <p:nvPicPr>
          <p:cNvPr id="988" name="Google Shape;988;p80"/>
          <p:cNvPicPr preferRelativeResize="0"/>
          <p:nvPr/>
        </p:nvPicPr>
        <p:blipFill rotWithShape="1">
          <a:blip r:embed="rId13">
            <a:alphaModFix/>
          </a:blip>
          <a:srcRect b="0" l="0" r="0" t="0"/>
          <a:stretch/>
        </p:blipFill>
        <p:spPr>
          <a:xfrm>
            <a:off x="6394079" y="1413096"/>
            <a:ext cx="685800" cy="685800"/>
          </a:xfrm>
          <a:prstGeom prst="rect">
            <a:avLst/>
          </a:prstGeom>
          <a:noFill/>
          <a:ln>
            <a:noFill/>
          </a:ln>
        </p:spPr>
      </p:pic>
      <p:pic>
        <p:nvPicPr>
          <p:cNvPr id="989" name="Google Shape;989;p80"/>
          <p:cNvPicPr preferRelativeResize="0"/>
          <p:nvPr/>
        </p:nvPicPr>
        <p:blipFill rotWithShape="1">
          <a:blip r:embed="rId14">
            <a:alphaModFix/>
          </a:blip>
          <a:srcRect b="0" l="0" r="0" t="0"/>
          <a:stretch/>
        </p:blipFill>
        <p:spPr>
          <a:xfrm>
            <a:off x="7859531" y="1413096"/>
            <a:ext cx="685800" cy="685800"/>
          </a:xfrm>
          <a:prstGeom prst="rect">
            <a:avLst/>
          </a:prstGeom>
          <a:noFill/>
          <a:ln>
            <a:noFill/>
          </a:ln>
        </p:spPr>
      </p:pic>
      <p:pic>
        <p:nvPicPr>
          <p:cNvPr id="990" name="Google Shape;990;p80"/>
          <p:cNvPicPr preferRelativeResize="0"/>
          <p:nvPr/>
        </p:nvPicPr>
        <p:blipFill rotWithShape="1">
          <a:blip r:embed="rId15">
            <a:alphaModFix/>
          </a:blip>
          <a:srcRect b="0" l="0" r="0" t="0"/>
          <a:stretch/>
        </p:blipFill>
        <p:spPr>
          <a:xfrm>
            <a:off x="580562" y="2438602"/>
            <a:ext cx="685800" cy="685800"/>
          </a:xfrm>
          <a:prstGeom prst="rect">
            <a:avLst/>
          </a:prstGeom>
          <a:noFill/>
          <a:ln>
            <a:noFill/>
          </a:ln>
        </p:spPr>
      </p:pic>
      <p:pic>
        <p:nvPicPr>
          <p:cNvPr id="991" name="Google Shape;991;p80"/>
          <p:cNvPicPr preferRelativeResize="0"/>
          <p:nvPr/>
        </p:nvPicPr>
        <p:blipFill rotWithShape="1">
          <a:blip r:embed="rId16">
            <a:alphaModFix/>
          </a:blip>
          <a:srcRect b="0" l="0" r="0" t="0"/>
          <a:stretch/>
        </p:blipFill>
        <p:spPr>
          <a:xfrm>
            <a:off x="2064121" y="2467460"/>
            <a:ext cx="685800" cy="685800"/>
          </a:xfrm>
          <a:prstGeom prst="rect">
            <a:avLst/>
          </a:prstGeom>
          <a:noFill/>
          <a:ln>
            <a:noFill/>
          </a:ln>
        </p:spPr>
      </p:pic>
      <p:pic>
        <p:nvPicPr>
          <p:cNvPr id="992" name="Google Shape;992;p80"/>
          <p:cNvPicPr preferRelativeResize="0"/>
          <p:nvPr/>
        </p:nvPicPr>
        <p:blipFill rotWithShape="1">
          <a:blip r:embed="rId17">
            <a:alphaModFix/>
          </a:blip>
          <a:srcRect b="0" l="0" r="0" t="0"/>
          <a:stretch/>
        </p:blipFill>
        <p:spPr>
          <a:xfrm>
            <a:off x="3520832" y="2438602"/>
            <a:ext cx="685800" cy="685800"/>
          </a:xfrm>
          <a:prstGeom prst="rect">
            <a:avLst/>
          </a:prstGeom>
          <a:noFill/>
          <a:ln>
            <a:noFill/>
          </a:ln>
        </p:spPr>
      </p:pic>
      <p:pic>
        <p:nvPicPr>
          <p:cNvPr id="993" name="Google Shape;993;p80"/>
          <p:cNvPicPr preferRelativeResize="0"/>
          <p:nvPr/>
        </p:nvPicPr>
        <p:blipFill rotWithShape="1">
          <a:blip r:embed="rId18">
            <a:alphaModFix/>
          </a:blip>
          <a:srcRect b="0" l="0" r="0" t="0"/>
          <a:stretch/>
        </p:blipFill>
        <p:spPr>
          <a:xfrm>
            <a:off x="4942296" y="2438602"/>
            <a:ext cx="685800" cy="685800"/>
          </a:xfrm>
          <a:prstGeom prst="rect">
            <a:avLst/>
          </a:prstGeom>
          <a:noFill/>
          <a:ln>
            <a:noFill/>
          </a:ln>
        </p:spPr>
      </p:pic>
      <p:pic>
        <p:nvPicPr>
          <p:cNvPr id="994" name="Google Shape;994;p80"/>
          <p:cNvPicPr preferRelativeResize="0"/>
          <p:nvPr/>
        </p:nvPicPr>
        <p:blipFill rotWithShape="1">
          <a:blip r:embed="rId19">
            <a:alphaModFix/>
          </a:blip>
          <a:srcRect b="0" l="0" r="0" t="0"/>
          <a:stretch/>
        </p:blipFill>
        <p:spPr>
          <a:xfrm>
            <a:off x="6394079" y="2411120"/>
            <a:ext cx="685800" cy="685800"/>
          </a:xfrm>
          <a:prstGeom prst="rect">
            <a:avLst/>
          </a:prstGeom>
          <a:noFill/>
          <a:ln>
            <a:noFill/>
          </a:ln>
        </p:spPr>
      </p:pic>
      <p:pic>
        <p:nvPicPr>
          <p:cNvPr id="995" name="Google Shape;995;p80"/>
          <p:cNvPicPr preferRelativeResize="0"/>
          <p:nvPr/>
        </p:nvPicPr>
        <p:blipFill rotWithShape="1">
          <a:blip r:embed="rId20">
            <a:alphaModFix/>
          </a:blip>
          <a:srcRect b="0" l="0" r="0" t="0"/>
          <a:stretch/>
        </p:blipFill>
        <p:spPr>
          <a:xfrm>
            <a:off x="7845863" y="2430114"/>
            <a:ext cx="685800" cy="685800"/>
          </a:xfrm>
          <a:prstGeom prst="rect">
            <a:avLst/>
          </a:prstGeom>
          <a:noFill/>
          <a:ln>
            <a:noFill/>
          </a:ln>
        </p:spPr>
      </p:pic>
      <p:pic>
        <p:nvPicPr>
          <p:cNvPr id="996" name="Google Shape;996;p80"/>
          <p:cNvPicPr preferRelativeResize="0"/>
          <p:nvPr/>
        </p:nvPicPr>
        <p:blipFill rotWithShape="1">
          <a:blip r:embed="rId21">
            <a:alphaModFix/>
          </a:blip>
          <a:srcRect b="0" l="0" r="0" t="0"/>
          <a:stretch/>
        </p:blipFill>
        <p:spPr>
          <a:xfrm>
            <a:off x="591073" y="3403827"/>
            <a:ext cx="685800" cy="685800"/>
          </a:xfrm>
          <a:prstGeom prst="rect">
            <a:avLst/>
          </a:prstGeom>
          <a:noFill/>
          <a:ln>
            <a:noFill/>
          </a:ln>
        </p:spPr>
      </p:pic>
      <p:pic>
        <p:nvPicPr>
          <p:cNvPr id="997" name="Google Shape;997;p80"/>
          <p:cNvPicPr preferRelativeResize="0"/>
          <p:nvPr/>
        </p:nvPicPr>
        <p:blipFill rotWithShape="1">
          <a:blip r:embed="rId22">
            <a:alphaModFix/>
          </a:blip>
          <a:srcRect b="0" l="0" r="0" t="0"/>
          <a:stretch/>
        </p:blipFill>
        <p:spPr>
          <a:xfrm>
            <a:off x="2064121" y="3429491"/>
            <a:ext cx="685800" cy="685800"/>
          </a:xfrm>
          <a:prstGeom prst="rect">
            <a:avLst/>
          </a:prstGeom>
          <a:noFill/>
          <a:ln>
            <a:noFill/>
          </a:ln>
        </p:spPr>
      </p:pic>
      <p:pic>
        <p:nvPicPr>
          <p:cNvPr id="998" name="Google Shape;998;p80"/>
          <p:cNvPicPr preferRelativeResize="0"/>
          <p:nvPr/>
        </p:nvPicPr>
        <p:blipFill rotWithShape="1">
          <a:blip r:embed="rId23">
            <a:alphaModFix/>
          </a:blip>
          <a:srcRect b="0" l="0" r="0" t="0"/>
          <a:stretch/>
        </p:blipFill>
        <p:spPr>
          <a:xfrm>
            <a:off x="3491928" y="3463439"/>
            <a:ext cx="685800" cy="685800"/>
          </a:xfrm>
          <a:prstGeom prst="rect">
            <a:avLst/>
          </a:prstGeom>
          <a:noFill/>
          <a:ln>
            <a:noFill/>
          </a:ln>
        </p:spPr>
      </p:pic>
      <p:pic>
        <p:nvPicPr>
          <p:cNvPr id="999" name="Google Shape;999;p80"/>
          <p:cNvPicPr preferRelativeResize="0"/>
          <p:nvPr/>
        </p:nvPicPr>
        <p:blipFill rotWithShape="1">
          <a:blip r:embed="rId24">
            <a:alphaModFix/>
          </a:blip>
          <a:srcRect b="0" l="0" r="0" t="0"/>
          <a:stretch/>
        </p:blipFill>
        <p:spPr>
          <a:xfrm>
            <a:off x="4939728" y="3416939"/>
            <a:ext cx="685800" cy="685800"/>
          </a:xfrm>
          <a:prstGeom prst="rect">
            <a:avLst/>
          </a:prstGeom>
          <a:noFill/>
          <a:ln>
            <a:noFill/>
          </a:ln>
        </p:spPr>
      </p:pic>
      <p:pic>
        <p:nvPicPr>
          <p:cNvPr id="1000" name="Google Shape;1000;p80"/>
          <p:cNvPicPr preferRelativeResize="0"/>
          <p:nvPr/>
        </p:nvPicPr>
        <p:blipFill rotWithShape="1">
          <a:blip r:embed="rId25">
            <a:alphaModFix/>
          </a:blip>
          <a:srcRect b="0" l="0" r="0" t="0"/>
          <a:stretch/>
        </p:blipFill>
        <p:spPr>
          <a:xfrm>
            <a:off x="6468983" y="3441374"/>
            <a:ext cx="685800" cy="685800"/>
          </a:xfrm>
          <a:prstGeom prst="rect">
            <a:avLst/>
          </a:prstGeom>
          <a:noFill/>
          <a:ln>
            <a:noFill/>
          </a:ln>
        </p:spPr>
      </p:pic>
      <p:pic>
        <p:nvPicPr>
          <p:cNvPr id="1001" name="Google Shape;1001;p80"/>
          <p:cNvPicPr preferRelativeResize="0"/>
          <p:nvPr/>
        </p:nvPicPr>
        <p:blipFill rotWithShape="1">
          <a:blip r:embed="rId26">
            <a:alphaModFix/>
          </a:blip>
          <a:srcRect b="0" l="0" r="0" t="0"/>
          <a:stretch/>
        </p:blipFill>
        <p:spPr>
          <a:xfrm>
            <a:off x="7826399" y="3441374"/>
            <a:ext cx="685800" cy="6858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81"/>
          <p:cNvSpPr txBox="1"/>
          <p:nvPr/>
        </p:nvSpPr>
        <p:spPr>
          <a:xfrm>
            <a:off x="371669" y="92129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Advanced Sync</a:t>
            </a:r>
            <a:endParaRPr b="0" i="0" sz="1100" u="none" cap="none" strike="noStrike">
              <a:solidFill>
                <a:srgbClr val="000000"/>
              </a:solidFill>
              <a:latin typeface="Arial"/>
              <a:ea typeface="Arial"/>
              <a:cs typeface="Arial"/>
              <a:sym typeface="Arial"/>
            </a:endParaRPr>
          </a:p>
        </p:txBody>
      </p:sp>
      <p:sp>
        <p:nvSpPr>
          <p:cNvPr id="1007" name="Google Shape;1007;p81"/>
          <p:cNvSpPr txBox="1"/>
          <p:nvPr/>
        </p:nvSpPr>
        <p:spPr>
          <a:xfrm>
            <a:off x="371669" y="2187129"/>
            <a:ext cx="1103700" cy="3156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Multidimensional analysis</a:t>
            </a:r>
            <a:endParaRPr b="0" i="0" sz="1100" u="none" cap="none" strike="noStrike">
              <a:solidFill>
                <a:srgbClr val="000000"/>
              </a:solidFill>
              <a:latin typeface="Arial"/>
              <a:ea typeface="Arial"/>
              <a:cs typeface="Arial"/>
              <a:sym typeface="Arial"/>
            </a:endParaRPr>
          </a:p>
        </p:txBody>
      </p:sp>
      <p:sp>
        <p:nvSpPr>
          <p:cNvPr id="1008" name="Google Shape;1008;p81"/>
          <p:cNvSpPr txBox="1"/>
          <p:nvPr/>
        </p:nvSpPr>
        <p:spPr>
          <a:xfrm>
            <a:off x="371669" y="3271089"/>
            <a:ext cx="1103700" cy="3156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cross datacenter replication</a:t>
            </a:r>
            <a:endParaRPr b="0" i="0" sz="1100" u="none" cap="none" strike="noStrike">
              <a:solidFill>
                <a:srgbClr val="000000"/>
              </a:solidFill>
              <a:latin typeface="Arial"/>
              <a:ea typeface="Arial"/>
              <a:cs typeface="Arial"/>
              <a:sym typeface="Arial"/>
            </a:endParaRPr>
          </a:p>
        </p:txBody>
      </p:sp>
      <p:sp>
        <p:nvSpPr>
          <p:cNvPr id="1009" name="Google Shape;1009;p81"/>
          <p:cNvSpPr txBox="1"/>
          <p:nvPr/>
        </p:nvSpPr>
        <p:spPr>
          <a:xfrm>
            <a:off x="371669" y="4333886"/>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Control plane</a:t>
            </a:r>
            <a:endParaRPr b="0" i="0" sz="1100" u="none" cap="none" strike="noStrike">
              <a:solidFill>
                <a:srgbClr val="000000"/>
              </a:solidFill>
              <a:latin typeface="Arial"/>
              <a:ea typeface="Arial"/>
              <a:cs typeface="Arial"/>
              <a:sym typeface="Arial"/>
            </a:endParaRPr>
          </a:p>
        </p:txBody>
      </p:sp>
      <p:sp>
        <p:nvSpPr>
          <p:cNvPr id="1010" name="Google Shape;1010;p81"/>
          <p:cNvSpPr txBox="1"/>
          <p:nvPr/>
        </p:nvSpPr>
        <p:spPr>
          <a:xfrm>
            <a:off x="1829980" y="921299"/>
            <a:ext cx="1103700" cy="4386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Offline first reliability (app operates eve without internet)</a:t>
            </a:r>
            <a:endParaRPr b="0" i="0" sz="1100" u="none" cap="none" strike="noStrike">
              <a:solidFill>
                <a:srgbClr val="000000"/>
              </a:solidFill>
              <a:latin typeface="Arial"/>
              <a:ea typeface="Arial"/>
              <a:cs typeface="Arial"/>
              <a:sym typeface="Arial"/>
            </a:endParaRPr>
          </a:p>
        </p:txBody>
      </p:sp>
      <p:sp>
        <p:nvSpPr>
          <p:cNvPr id="1011" name="Google Shape;1011;p81"/>
          <p:cNvSpPr txBox="1"/>
          <p:nvPr/>
        </p:nvSpPr>
        <p:spPr>
          <a:xfrm>
            <a:off x="1829980" y="2187129"/>
            <a:ext cx="1103700" cy="3156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Broad capabilities,</a:t>
            </a:r>
            <a:br>
              <a:rPr b="0" i="0" lang="en" sz="800" u="none" cap="none" strike="noStrike">
                <a:solidFill>
                  <a:srgbClr val="000000"/>
                </a:solidFill>
                <a:latin typeface="Arial"/>
                <a:ea typeface="Arial"/>
                <a:cs typeface="Arial"/>
                <a:sym typeface="Arial"/>
              </a:rPr>
            </a:br>
            <a:r>
              <a:rPr b="0" i="0" lang="en" sz="800" u="none" cap="none" strike="noStrike">
                <a:solidFill>
                  <a:srgbClr val="000000"/>
                </a:solidFill>
                <a:latin typeface="Arial"/>
                <a:ea typeface="Arial"/>
                <a:cs typeface="Arial"/>
                <a:sym typeface="Arial"/>
              </a:rPr>
              <a:t>single platform</a:t>
            </a:r>
            <a:endParaRPr sz="1100"/>
          </a:p>
        </p:txBody>
      </p:sp>
      <p:sp>
        <p:nvSpPr>
          <p:cNvPr id="1012" name="Google Shape;1012;p81"/>
          <p:cNvSpPr txBox="1"/>
          <p:nvPr/>
        </p:nvSpPr>
        <p:spPr>
          <a:xfrm>
            <a:off x="1829980" y="327108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Serverless </a:t>
            </a:r>
            <a:endParaRPr sz="1100"/>
          </a:p>
        </p:txBody>
      </p:sp>
      <p:sp>
        <p:nvSpPr>
          <p:cNvPr id="1013" name="Google Shape;1013;p81"/>
          <p:cNvSpPr txBox="1"/>
          <p:nvPr/>
        </p:nvSpPr>
        <p:spPr>
          <a:xfrm>
            <a:off x="1829980" y="4333886"/>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API</a:t>
            </a:r>
            <a:endParaRPr b="0" i="0" sz="800" u="none" cap="none" strike="noStrike">
              <a:solidFill>
                <a:srgbClr val="000000"/>
              </a:solidFill>
              <a:latin typeface="Arial"/>
              <a:ea typeface="Arial"/>
              <a:cs typeface="Arial"/>
              <a:sym typeface="Arial"/>
            </a:endParaRPr>
          </a:p>
        </p:txBody>
      </p:sp>
      <p:sp>
        <p:nvSpPr>
          <p:cNvPr id="1014" name="Google Shape;1014;p81"/>
          <p:cNvSpPr txBox="1"/>
          <p:nvPr/>
        </p:nvSpPr>
        <p:spPr>
          <a:xfrm>
            <a:off x="3288290" y="92129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mobile and IoT</a:t>
            </a:r>
            <a:endParaRPr b="0" i="0" sz="1100" u="none" cap="none" strike="noStrike">
              <a:solidFill>
                <a:srgbClr val="000000"/>
              </a:solidFill>
              <a:latin typeface="Arial"/>
              <a:ea typeface="Arial"/>
              <a:cs typeface="Arial"/>
              <a:sym typeface="Arial"/>
            </a:endParaRPr>
          </a:p>
        </p:txBody>
      </p:sp>
      <p:sp>
        <p:nvSpPr>
          <p:cNvPr id="1015" name="Google Shape;1015;p81"/>
          <p:cNvSpPr txBox="1"/>
          <p:nvPr/>
        </p:nvSpPr>
        <p:spPr>
          <a:xfrm>
            <a:off x="3288290" y="2169985"/>
            <a:ext cx="1103700" cy="3156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High-density</a:t>
            </a:r>
            <a:br>
              <a:rPr b="0" i="0" lang="en" sz="800" u="none" cap="none" strike="noStrike">
                <a:solidFill>
                  <a:srgbClr val="000000"/>
                </a:solidFill>
                <a:latin typeface="Arial"/>
                <a:ea typeface="Arial"/>
                <a:cs typeface="Arial"/>
                <a:sym typeface="Arial"/>
              </a:rPr>
            </a:br>
            <a:r>
              <a:rPr b="0" i="0" lang="en" sz="800" u="none" cap="none" strike="noStrike">
                <a:solidFill>
                  <a:srgbClr val="000000"/>
                </a:solidFill>
                <a:latin typeface="Arial"/>
                <a:ea typeface="Arial"/>
                <a:cs typeface="Arial"/>
                <a:sym typeface="Arial"/>
              </a:rPr>
              <a:t>storage engine </a:t>
            </a:r>
            <a:endParaRPr b="0" i="0" sz="1100" u="none" cap="none" strike="noStrike">
              <a:solidFill>
                <a:srgbClr val="000000"/>
              </a:solidFill>
              <a:latin typeface="Arial"/>
              <a:ea typeface="Arial"/>
              <a:cs typeface="Arial"/>
              <a:sym typeface="Arial"/>
            </a:endParaRPr>
          </a:p>
        </p:txBody>
      </p:sp>
      <p:sp>
        <p:nvSpPr>
          <p:cNvPr id="1016" name="Google Shape;1016;p81"/>
          <p:cNvSpPr txBox="1"/>
          <p:nvPr/>
        </p:nvSpPr>
        <p:spPr>
          <a:xfrm>
            <a:off x="3288290" y="327108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Vector Search</a:t>
            </a:r>
            <a:endParaRPr b="0" i="0" sz="1100" u="none" cap="none" strike="noStrike">
              <a:solidFill>
                <a:srgbClr val="000000"/>
              </a:solidFill>
              <a:latin typeface="Arial"/>
              <a:ea typeface="Arial"/>
              <a:cs typeface="Arial"/>
              <a:sym typeface="Arial"/>
            </a:endParaRPr>
          </a:p>
        </p:txBody>
      </p:sp>
      <p:sp>
        <p:nvSpPr>
          <p:cNvPr id="1017" name="Google Shape;1017;p81"/>
          <p:cNvSpPr txBox="1"/>
          <p:nvPr/>
        </p:nvSpPr>
        <p:spPr>
          <a:xfrm>
            <a:off x="3288290" y="4333886"/>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GraphQL</a:t>
            </a:r>
            <a:endParaRPr b="0" i="0" sz="1100" u="none" cap="none" strike="noStrike">
              <a:solidFill>
                <a:srgbClr val="000000"/>
              </a:solidFill>
              <a:latin typeface="Arial"/>
              <a:ea typeface="Arial"/>
              <a:cs typeface="Arial"/>
              <a:sym typeface="Arial"/>
            </a:endParaRPr>
          </a:p>
        </p:txBody>
      </p:sp>
      <p:sp>
        <p:nvSpPr>
          <p:cNvPr id="1018" name="Google Shape;1018;p81"/>
          <p:cNvSpPr txBox="1"/>
          <p:nvPr/>
        </p:nvSpPr>
        <p:spPr>
          <a:xfrm>
            <a:off x="4730835" y="921299"/>
            <a:ext cx="1103700" cy="4386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peer to peer (device to device data sync</a:t>
            </a:r>
            <a:br>
              <a:rPr b="0" i="0" lang="en" sz="800" u="none" cap="none" strike="noStrike">
                <a:solidFill>
                  <a:srgbClr val="000000"/>
                </a:solidFill>
                <a:latin typeface="Arial"/>
                <a:ea typeface="Arial"/>
                <a:cs typeface="Arial"/>
                <a:sym typeface="Arial"/>
              </a:rPr>
            </a:br>
            <a:r>
              <a:rPr b="0" i="0" lang="en" sz="800" u="none" cap="none" strike="noStrike">
                <a:solidFill>
                  <a:srgbClr val="000000"/>
                </a:solidFill>
                <a:latin typeface="Arial"/>
                <a:ea typeface="Arial"/>
                <a:cs typeface="Arial"/>
                <a:sym typeface="Arial"/>
              </a:rPr>
              <a:t>no internet)</a:t>
            </a:r>
            <a:endParaRPr b="0" i="0" sz="1100" u="none" cap="none" strike="noStrike">
              <a:solidFill>
                <a:srgbClr val="000000"/>
              </a:solidFill>
              <a:latin typeface="Arial"/>
              <a:ea typeface="Arial"/>
              <a:cs typeface="Arial"/>
              <a:sym typeface="Arial"/>
            </a:endParaRPr>
          </a:p>
        </p:txBody>
      </p:sp>
      <p:sp>
        <p:nvSpPr>
          <p:cNvPr id="1019" name="Google Shape;1019;p81"/>
          <p:cNvSpPr txBox="1"/>
          <p:nvPr/>
        </p:nvSpPr>
        <p:spPr>
          <a:xfrm>
            <a:off x="4730835" y="218712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auto-failover</a:t>
            </a:r>
            <a:endParaRPr sz="1100"/>
          </a:p>
        </p:txBody>
      </p:sp>
      <p:sp>
        <p:nvSpPr>
          <p:cNvPr id="1020" name="Google Shape;1020;p81"/>
          <p:cNvSpPr txBox="1"/>
          <p:nvPr/>
        </p:nvSpPr>
        <p:spPr>
          <a:xfrm>
            <a:off x="4730835" y="3271089"/>
            <a:ext cx="1103700" cy="3156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Developer productivity</a:t>
            </a:r>
            <a:endParaRPr b="0" i="0" sz="1100" u="none" cap="none" strike="noStrike">
              <a:solidFill>
                <a:srgbClr val="000000"/>
              </a:solidFill>
              <a:latin typeface="Arial"/>
              <a:ea typeface="Arial"/>
              <a:cs typeface="Arial"/>
              <a:sym typeface="Arial"/>
            </a:endParaRPr>
          </a:p>
        </p:txBody>
      </p:sp>
      <p:sp>
        <p:nvSpPr>
          <p:cNvPr id="1021" name="Google Shape;1021;p81"/>
          <p:cNvSpPr txBox="1"/>
          <p:nvPr/>
        </p:nvSpPr>
        <p:spPr>
          <a:xfrm>
            <a:off x="6197029" y="921299"/>
            <a:ext cx="1103700" cy="3156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Real-time at scale / </a:t>
            </a:r>
            <a:endParaRPr sz="1100"/>
          </a:p>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price performance </a:t>
            </a:r>
            <a:endParaRPr b="0" i="0" sz="1100" u="none" cap="none" strike="noStrike">
              <a:solidFill>
                <a:srgbClr val="000000"/>
              </a:solidFill>
              <a:latin typeface="Arial"/>
              <a:ea typeface="Arial"/>
              <a:cs typeface="Arial"/>
              <a:sym typeface="Arial"/>
            </a:endParaRPr>
          </a:p>
        </p:txBody>
      </p:sp>
      <p:sp>
        <p:nvSpPr>
          <p:cNvPr id="1022" name="Google Shape;1022;p81"/>
          <p:cNvSpPr txBox="1"/>
          <p:nvPr/>
        </p:nvSpPr>
        <p:spPr>
          <a:xfrm>
            <a:off x="6197029" y="218712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autoscaling</a:t>
            </a:r>
            <a:endParaRPr sz="1100"/>
          </a:p>
        </p:txBody>
      </p:sp>
      <p:sp>
        <p:nvSpPr>
          <p:cNvPr id="1023" name="Google Shape;1023;p81"/>
          <p:cNvSpPr txBox="1"/>
          <p:nvPr/>
        </p:nvSpPr>
        <p:spPr>
          <a:xfrm>
            <a:off x="6197029" y="3271089"/>
            <a:ext cx="1103700" cy="3156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Developer productivity</a:t>
            </a:r>
            <a:endParaRPr b="0" i="0" sz="1100" u="none" cap="none" strike="noStrike">
              <a:solidFill>
                <a:srgbClr val="000000"/>
              </a:solidFill>
              <a:latin typeface="Arial"/>
              <a:ea typeface="Arial"/>
              <a:cs typeface="Arial"/>
              <a:sym typeface="Arial"/>
            </a:endParaRPr>
          </a:p>
        </p:txBody>
      </p:sp>
      <p:sp>
        <p:nvSpPr>
          <p:cNvPr id="1024" name="Google Shape;1024;p81"/>
          <p:cNvSpPr txBox="1"/>
          <p:nvPr/>
        </p:nvSpPr>
        <p:spPr>
          <a:xfrm>
            <a:off x="7639574" y="921299"/>
            <a:ext cx="1103700" cy="4386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Resource management</a:t>
            </a:r>
            <a:br>
              <a:rPr b="0" i="0" lang="en" sz="800" u="none" cap="none" strike="noStrike">
                <a:solidFill>
                  <a:srgbClr val="000000"/>
                </a:solidFill>
                <a:latin typeface="Arial"/>
                <a:ea typeface="Arial"/>
                <a:cs typeface="Arial"/>
                <a:sym typeface="Arial"/>
              </a:rPr>
            </a:br>
            <a:r>
              <a:rPr b="0" i="0" lang="en" sz="800" u="none" cap="none" strike="noStrike">
                <a:solidFill>
                  <a:srgbClr val="000000"/>
                </a:solidFill>
                <a:latin typeface="Arial"/>
                <a:ea typeface="Arial"/>
                <a:cs typeface="Arial"/>
                <a:sym typeface="Arial"/>
              </a:rPr>
              <a:t>and tuning </a:t>
            </a:r>
            <a:endParaRPr b="0" i="0" sz="1100" u="none" cap="none" strike="noStrike">
              <a:solidFill>
                <a:srgbClr val="000000"/>
              </a:solidFill>
              <a:latin typeface="Arial"/>
              <a:ea typeface="Arial"/>
              <a:cs typeface="Arial"/>
              <a:sym typeface="Arial"/>
            </a:endParaRPr>
          </a:p>
        </p:txBody>
      </p:sp>
      <p:sp>
        <p:nvSpPr>
          <p:cNvPr id="1025" name="Google Shape;1025;p81"/>
          <p:cNvSpPr txBox="1"/>
          <p:nvPr/>
        </p:nvSpPr>
        <p:spPr>
          <a:xfrm>
            <a:off x="7639574" y="218712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Cloud to edge </a:t>
            </a:r>
            <a:endParaRPr b="0" i="0" sz="1100" u="none" cap="none" strike="noStrike">
              <a:solidFill>
                <a:srgbClr val="000000"/>
              </a:solidFill>
              <a:latin typeface="Arial"/>
              <a:ea typeface="Arial"/>
              <a:cs typeface="Arial"/>
              <a:sym typeface="Arial"/>
            </a:endParaRPr>
          </a:p>
        </p:txBody>
      </p:sp>
      <p:sp>
        <p:nvSpPr>
          <p:cNvPr id="1026" name="Google Shape;1026;p81"/>
          <p:cNvSpPr txBox="1"/>
          <p:nvPr/>
        </p:nvSpPr>
        <p:spPr>
          <a:xfrm>
            <a:off x="7639574" y="327108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Couchbase cluster</a:t>
            </a:r>
            <a:endParaRPr sz="1100"/>
          </a:p>
        </p:txBody>
      </p:sp>
      <p:sp>
        <p:nvSpPr>
          <p:cNvPr id="1027" name="Google Shape;1027;p81"/>
          <p:cNvSpPr txBox="1"/>
          <p:nvPr/>
        </p:nvSpPr>
        <p:spPr>
          <a:xfrm>
            <a:off x="4736090" y="4333886"/>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Java</a:t>
            </a:r>
            <a:endParaRPr sz="1100"/>
          </a:p>
        </p:txBody>
      </p:sp>
      <p:sp>
        <p:nvSpPr>
          <p:cNvPr id="1028" name="Google Shape;1028;p81"/>
          <p:cNvSpPr txBox="1"/>
          <p:nvPr/>
        </p:nvSpPr>
        <p:spPr>
          <a:xfrm>
            <a:off x="6260090" y="4333886"/>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Go Lang</a:t>
            </a:r>
            <a:endParaRPr b="0" i="0" sz="1100" u="none" cap="none" strike="noStrike">
              <a:solidFill>
                <a:srgbClr val="000000"/>
              </a:solidFill>
              <a:latin typeface="Arial"/>
              <a:ea typeface="Arial"/>
              <a:cs typeface="Arial"/>
              <a:sym typeface="Arial"/>
            </a:endParaRPr>
          </a:p>
        </p:txBody>
      </p:sp>
      <p:sp>
        <p:nvSpPr>
          <p:cNvPr id="1029" name="Google Shape;1029;p81"/>
          <p:cNvSpPr txBox="1"/>
          <p:nvPr/>
        </p:nvSpPr>
        <p:spPr>
          <a:xfrm>
            <a:off x="7665557" y="4333886"/>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Python</a:t>
            </a:r>
            <a:endParaRPr b="0" i="0" sz="1100" u="none" cap="none" strike="noStrike">
              <a:solidFill>
                <a:srgbClr val="000000"/>
              </a:solidFill>
              <a:latin typeface="Arial"/>
              <a:ea typeface="Arial"/>
              <a:cs typeface="Arial"/>
              <a:sym typeface="Arial"/>
            </a:endParaRPr>
          </a:p>
        </p:txBody>
      </p:sp>
      <p:pic>
        <p:nvPicPr>
          <p:cNvPr id="1030" name="Google Shape;1030;p81"/>
          <p:cNvPicPr preferRelativeResize="0"/>
          <p:nvPr/>
        </p:nvPicPr>
        <p:blipFill rotWithShape="1">
          <a:blip r:embed="rId3">
            <a:alphaModFix/>
          </a:blip>
          <a:srcRect b="0" l="0" r="0" t="0"/>
          <a:stretch/>
        </p:blipFill>
        <p:spPr>
          <a:xfrm>
            <a:off x="584504" y="327817"/>
            <a:ext cx="685800" cy="685800"/>
          </a:xfrm>
          <a:prstGeom prst="rect">
            <a:avLst/>
          </a:prstGeom>
          <a:noFill/>
          <a:ln>
            <a:noFill/>
          </a:ln>
        </p:spPr>
      </p:pic>
      <p:pic>
        <p:nvPicPr>
          <p:cNvPr id="1031" name="Google Shape;1031;p81"/>
          <p:cNvPicPr preferRelativeResize="0"/>
          <p:nvPr/>
        </p:nvPicPr>
        <p:blipFill rotWithShape="1">
          <a:blip r:embed="rId4">
            <a:alphaModFix/>
          </a:blip>
          <a:srcRect b="0" l="0" r="0" t="0"/>
          <a:stretch/>
        </p:blipFill>
        <p:spPr>
          <a:xfrm>
            <a:off x="1997547" y="312441"/>
            <a:ext cx="685800" cy="685800"/>
          </a:xfrm>
          <a:prstGeom prst="rect">
            <a:avLst/>
          </a:prstGeom>
          <a:noFill/>
          <a:ln>
            <a:noFill/>
          </a:ln>
        </p:spPr>
      </p:pic>
      <p:pic>
        <p:nvPicPr>
          <p:cNvPr id="1032" name="Google Shape;1032;p81"/>
          <p:cNvPicPr preferRelativeResize="0"/>
          <p:nvPr/>
        </p:nvPicPr>
        <p:blipFill rotWithShape="1">
          <a:blip r:embed="rId5">
            <a:alphaModFix/>
          </a:blip>
          <a:srcRect b="0" l="0" r="0" t="0"/>
          <a:stretch/>
        </p:blipFill>
        <p:spPr>
          <a:xfrm>
            <a:off x="3544481" y="235499"/>
            <a:ext cx="685800" cy="685800"/>
          </a:xfrm>
          <a:prstGeom prst="rect">
            <a:avLst/>
          </a:prstGeom>
          <a:noFill/>
          <a:ln>
            <a:noFill/>
          </a:ln>
        </p:spPr>
      </p:pic>
      <p:pic>
        <p:nvPicPr>
          <p:cNvPr id="1033" name="Google Shape;1033;p81"/>
          <p:cNvPicPr preferRelativeResize="0"/>
          <p:nvPr/>
        </p:nvPicPr>
        <p:blipFill rotWithShape="1">
          <a:blip r:embed="rId6">
            <a:alphaModFix/>
          </a:blip>
          <a:srcRect b="0" l="0" r="0" t="0"/>
          <a:stretch/>
        </p:blipFill>
        <p:spPr>
          <a:xfrm>
            <a:off x="4888120" y="288253"/>
            <a:ext cx="685800" cy="685800"/>
          </a:xfrm>
          <a:prstGeom prst="rect">
            <a:avLst/>
          </a:prstGeom>
          <a:noFill/>
          <a:ln>
            <a:noFill/>
          </a:ln>
        </p:spPr>
      </p:pic>
      <p:pic>
        <p:nvPicPr>
          <p:cNvPr id="1034" name="Google Shape;1034;p81"/>
          <p:cNvPicPr preferRelativeResize="0"/>
          <p:nvPr/>
        </p:nvPicPr>
        <p:blipFill rotWithShape="1">
          <a:blip r:embed="rId7">
            <a:alphaModFix/>
          </a:blip>
          <a:srcRect b="0" l="0" r="0" t="0"/>
          <a:stretch/>
        </p:blipFill>
        <p:spPr>
          <a:xfrm>
            <a:off x="6376331" y="308623"/>
            <a:ext cx="685800" cy="685800"/>
          </a:xfrm>
          <a:prstGeom prst="rect">
            <a:avLst/>
          </a:prstGeom>
          <a:noFill/>
          <a:ln>
            <a:noFill/>
          </a:ln>
        </p:spPr>
      </p:pic>
      <p:pic>
        <p:nvPicPr>
          <p:cNvPr id="1035" name="Google Shape;1035;p81"/>
          <p:cNvPicPr preferRelativeResize="0"/>
          <p:nvPr/>
        </p:nvPicPr>
        <p:blipFill rotWithShape="1">
          <a:blip r:embed="rId8">
            <a:alphaModFix/>
          </a:blip>
          <a:srcRect b="0" l="0" r="0" t="0"/>
          <a:stretch/>
        </p:blipFill>
        <p:spPr>
          <a:xfrm>
            <a:off x="7848467" y="271945"/>
            <a:ext cx="685800" cy="685800"/>
          </a:xfrm>
          <a:prstGeom prst="rect">
            <a:avLst/>
          </a:prstGeom>
          <a:noFill/>
          <a:ln>
            <a:noFill/>
          </a:ln>
        </p:spPr>
      </p:pic>
      <p:pic>
        <p:nvPicPr>
          <p:cNvPr id="1036" name="Google Shape;1036;p81"/>
          <p:cNvPicPr preferRelativeResize="0"/>
          <p:nvPr/>
        </p:nvPicPr>
        <p:blipFill rotWithShape="1">
          <a:blip r:embed="rId9">
            <a:alphaModFix/>
          </a:blip>
          <a:srcRect b="0" l="0" r="0" t="0"/>
          <a:stretch/>
        </p:blipFill>
        <p:spPr>
          <a:xfrm>
            <a:off x="589430" y="1473313"/>
            <a:ext cx="685800" cy="685800"/>
          </a:xfrm>
          <a:prstGeom prst="rect">
            <a:avLst/>
          </a:prstGeom>
          <a:noFill/>
          <a:ln>
            <a:noFill/>
          </a:ln>
        </p:spPr>
      </p:pic>
      <p:pic>
        <p:nvPicPr>
          <p:cNvPr id="1037" name="Google Shape;1037;p81"/>
          <p:cNvPicPr preferRelativeResize="0"/>
          <p:nvPr/>
        </p:nvPicPr>
        <p:blipFill rotWithShape="1">
          <a:blip r:embed="rId10">
            <a:alphaModFix/>
          </a:blip>
          <a:srcRect b="0" l="0" r="0" t="0"/>
          <a:stretch/>
        </p:blipFill>
        <p:spPr>
          <a:xfrm>
            <a:off x="2034932" y="1484456"/>
            <a:ext cx="685800" cy="685800"/>
          </a:xfrm>
          <a:prstGeom prst="rect">
            <a:avLst/>
          </a:prstGeom>
          <a:noFill/>
          <a:ln>
            <a:noFill/>
          </a:ln>
        </p:spPr>
      </p:pic>
      <p:pic>
        <p:nvPicPr>
          <p:cNvPr id="1038" name="Google Shape;1038;p81"/>
          <p:cNvPicPr preferRelativeResize="0"/>
          <p:nvPr/>
        </p:nvPicPr>
        <p:blipFill rotWithShape="1">
          <a:blip r:embed="rId11">
            <a:alphaModFix/>
          </a:blip>
          <a:srcRect b="0" l="0" r="0" t="0"/>
          <a:stretch/>
        </p:blipFill>
        <p:spPr>
          <a:xfrm>
            <a:off x="3493242" y="1435820"/>
            <a:ext cx="685800" cy="685800"/>
          </a:xfrm>
          <a:prstGeom prst="rect">
            <a:avLst/>
          </a:prstGeom>
          <a:noFill/>
          <a:ln>
            <a:noFill/>
          </a:ln>
        </p:spPr>
      </p:pic>
      <p:pic>
        <p:nvPicPr>
          <p:cNvPr id="1039" name="Google Shape;1039;p81"/>
          <p:cNvPicPr preferRelativeResize="0"/>
          <p:nvPr/>
        </p:nvPicPr>
        <p:blipFill rotWithShape="1">
          <a:blip r:embed="rId12">
            <a:alphaModFix/>
          </a:blip>
          <a:srcRect b="0" l="0" r="0" t="0"/>
          <a:stretch/>
        </p:blipFill>
        <p:spPr>
          <a:xfrm>
            <a:off x="4792870" y="1420045"/>
            <a:ext cx="876300" cy="685800"/>
          </a:xfrm>
          <a:prstGeom prst="rect">
            <a:avLst/>
          </a:prstGeom>
          <a:noFill/>
          <a:ln>
            <a:noFill/>
          </a:ln>
        </p:spPr>
      </p:pic>
      <p:pic>
        <p:nvPicPr>
          <p:cNvPr id="1040" name="Google Shape;1040;p81"/>
          <p:cNvPicPr preferRelativeResize="0"/>
          <p:nvPr/>
        </p:nvPicPr>
        <p:blipFill rotWithShape="1">
          <a:blip r:embed="rId13">
            <a:alphaModFix/>
          </a:blip>
          <a:srcRect b="0" l="0" r="0" t="0"/>
          <a:stretch/>
        </p:blipFill>
        <p:spPr>
          <a:xfrm>
            <a:off x="6376331" y="1501329"/>
            <a:ext cx="685800" cy="685800"/>
          </a:xfrm>
          <a:prstGeom prst="rect">
            <a:avLst/>
          </a:prstGeom>
          <a:noFill/>
          <a:ln>
            <a:noFill/>
          </a:ln>
        </p:spPr>
      </p:pic>
      <p:pic>
        <p:nvPicPr>
          <p:cNvPr id="1041" name="Google Shape;1041;p81"/>
          <p:cNvPicPr preferRelativeResize="0"/>
          <p:nvPr/>
        </p:nvPicPr>
        <p:blipFill rotWithShape="1">
          <a:blip r:embed="rId14">
            <a:alphaModFix/>
          </a:blip>
          <a:srcRect b="0" l="0" r="0" t="0"/>
          <a:stretch/>
        </p:blipFill>
        <p:spPr>
          <a:xfrm>
            <a:off x="7834642" y="1535954"/>
            <a:ext cx="685800" cy="685800"/>
          </a:xfrm>
          <a:prstGeom prst="rect">
            <a:avLst/>
          </a:prstGeom>
          <a:noFill/>
          <a:ln>
            <a:noFill/>
          </a:ln>
        </p:spPr>
      </p:pic>
      <p:pic>
        <p:nvPicPr>
          <p:cNvPr id="1042" name="Google Shape;1042;p81"/>
          <p:cNvPicPr preferRelativeResize="0"/>
          <p:nvPr/>
        </p:nvPicPr>
        <p:blipFill rotWithShape="1">
          <a:blip r:embed="rId15">
            <a:alphaModFix/>
          </a:blip>
          <a:srcRect b="0" l="0" r="0" t="0"/>
          <a:stretch/>
        </p:blipFill>
        <p:spPr>
          <a:xfrm>
            <a:off x="593324" y="2673277"/>
            <a:ext cx="685800" cy="685800"/>
          </a:xfrm>
          <a:prstGeom prst="rect">
            <a:avLst/>
          </a:prstGeom>
          <a:noFill/>
          <a:ln>
            <a:noFill/>
          </a:ln>
        </p:spPr>
      </p:pic>
      <p:pic>
        <p:nvPicPr>
          <p:cNvPr id="1043" name="Google Shape;1043;p81"/>
          <p:cNvPicPr preferRelativeResize="0"/>
          <p:nvPr/>
        </p:nvPicPr>
        <p:blipFill rotWithShape="1">
          <a:blip r:embed="rId16">
            <a:alphaModFix/>
          </a:blip>
          <a:srcRect b="0" l="0" r="0" t="0"/>
          <a:stretch/>
        </p:blipFill>
        <p:spPr>
          <a:xfrm>
            <a:off x="2034932" y="2677212"/>
            <a:ext cx="685800" cy="685800"/>
          </a:xfrm>
          <a:prstGeom prst="rect">
            <a:avLst/>
          </a:prstGeom>
          <a:noFill/>
          <a:ln>
            <a:noFill/>
          </a:ln>
        </p:spPr>
      </p:pic>
      <p:pic>
        <p:nvPicPr>
          <p:cNvPr id="1044" name="Google Shape;1044;p81"/>
          <p:cNvPicPr preferRelativeResize="0"/>
          <p:nvPr/>
        </p:nvPicPr>
        <p:blipFill rotWithShape="1">
          <a:blip r:embed="rId17">
            <a:alphaModFix/>
          </a:blip>
          <a:srcRect b="0" l="0" r="0" t="0"/>
          <a:stretch/>
        </p:blipFill>
        <p:spPr>
          <a:xfrm>
            <a:off x="3454765" y="2709693"/>
            <a:ext cx="685800" cy="685800"/>
          </a:xfrm>
          <a:prstGeom prst="rect">
            <a:avLst/>
          </a:prstGeom>
          <a:noFill/>
          <a:ln>
            <a:noFill/>
          </a:ln>
        </p:spPr>
      </p:pic>
      <p:pic>
        <p:nvPicPr>
          <p:cNvPr id="1045" name="Google Shape;1045;p81"/>
          <p:cNvPicPr preferRelativeResize="0"/>
          <p:nvPr/>
        </p:nvPicPr>
        <p:blipFill rotWithShape="1">
          <a:blip r:embed="rId18">
            <a:alphaModFix/>
          </a:blip>
          <a:srcRect b="0" l="0" r="0" t="0"/>
          <a:stretch/>
        </p:blipFill>
        <p:spPr>
          <a:xfrm>
            <a:off x="4985633" y="2631400"/>
            <a:ext cx="685800" cy="685800"/>
          </a:xfrm>
          <a:prstGeom prst="rect">
            <a:avLst/>
          </a:prstGeom>
          <a:noFill/>
          <a:ln>
            <a:noFill/>
          </a:ln>
        </p:spPr>
      </p:pic>
      <p:pic>
        <p:nvPicPr>
          <p:cNvPr id="1046" name="Google Shape;1046;p81"/>
          <p:cNvPicPr preferRelativeResize="0"/>
          <p:nvPr/>
        </p:nvPicPr>
        <p:blipFill rotWithShape="1">
          <a:blip r:embed="rId19">
            <a:alphaModFix/>
          </a:blip>
          <a:srcRect b="0" l="0" r="0" t="0"/>
          <a:stretch/>
        </p:blipFill>
        <p:spPr>
          <a:xfrm>
            <a:off x="6297176" y="2640025"/>
            <a:ext cx="685800" cy="685800"/>
          </a:xfrm>
          <a:prstGeom prst="rect">
            <a:avLst/>
          </a:prstGeom>
          <a:noFill/>
          <a:ln>
            <a:noFill/>
          </a:ln>
        </p:spPr>
      </p:pic>
      <p:pic>
        <p:nvPicPr>
          <p:cNvPr id="1047" name="Google Shape;1047;p81"/>
          <p:cNvPicPr preferRelativeResize="0"/>
          <p:nvPr/>
        </p:nvPicPr>
        <p:blipFill rotWithShape="1">
          <a:blip r:embed="rId20">
            <a:alphaModFix/>
          </a:blip>
          <a:srcRect b="0" l="0" r="0" t="0"/>
          <a:stretch/>
        </p:blipFill>
        <p:spPr>
          <a:xfrm>
            <a:off x="7834642" y="2673008"/>
            <a:ext cx="685800" cy="685800"/>
          </a:xfrm>
          <a:prstGeom prst="rect">
            <a:avLst/>
          </a:prstGeom>
          <a:noFill/>
          <a:ln>
            <a:noFill/>
          </a:ln>
        </p:spPr>
      </p:pic>
      <p:pic>
        <p:nvPicPr>
          <p:cNvPr id="1048" name="Google Shape;1048;p81"/>
          <p:cNvPicPr preferRelativeResize="0"/>
          <p:nvPr/>
        </p:nvPicPr>
        <p:blipFill rotWithShape="1">
          <a:blip r:embed="rId21">
            <a:alphaModFix/>
          </a:blip>
          <a:srcRect b="0" l="0" r="0" t="0"/>
          <a:stretch/>
        </p:blipFill>
        <p:spPr>
          <a:xfrm>
            <a:off x="580267" y="3663505"/>
            <a:ext cx="685800" cy="685800"/>
          </a:xfrm>
          <a:prstGeom prst="rect">
            <a:avLst/>
          </a:prstGeom>
          <a:noFill/>
          <a:ln>
            <a:noFill/>
          </a:ln>
        </p:spPr>
      </p:pic>
      <p:pic>
        <p:nvPicPr>
          <p:cNvPr id="1049" name="Google Shape;1049;p81"/>
          <p:cNvPicPr preferRelativeResize="0"/>
          <p:nvPr/>
        </p:nvPicPr>
        <p:blipFill rotWithShape="1">
          <a:blip r:embed="rId22">
            <a:alphaModFix/>
          </a:blip>
          <a:srcRect b="0" l="0" r="0" t="0"/>
          <a:stretch/>
        </p:blipFill>
        <p:spPr>
          <a:xfrm>
            <a:off x="2055806" y="3738662"/>
            <a:ext cx="685800" cy="685800"/>
          </a:xfrm>
          <a:prstGeom prst="rect">
            <a:avLst/>
          </a:prstGeom>
          <a:noFill/>
          <a:ln>
            <a:noFill/>
          </a:ln>
        </p:spPr>
      </p:pic>
      <p:pic>
        <p:nvPicPr>
          <p:cNvPr id="1050" name="Google Shape;1050;p81"/>
          <p:cNvPicPr preferRelativeResize="0"/>
          <p:nvPr/>
        </p:nvPicPr>
        <p:blipFill rotWithShape="1">
          <a:blip r:embed="rId23">
            <a:alphaModFix/>
          </a:blip>
          <a:srcRect b="0" l="0" r="0" t="0"/>
          <a:stretch/>
        </p:blipFill>
        <p:spPr>
          <a:xfrm>
            <a:off x="3490207" y="3717096"/>
            <a:ext cx="685800" cy="685800"/>
          </a:xfrm>
          <a:prstGeom prst="rect">
            <a:avLst/>
          </a:prstGeom>
          <a:noFill/>
          <a:ln>
            <a:noFill/>
          </a:ln>
        </p:spPr>
      </p:pic>
      <p:pic>
        <p:nvPicPr>
          <p:cNvPr id="1051" name="Google Shape;1051;p81"/>
          <p:cNvPicPr preferRelativeResize="0"/>
          <p:nvPr/>
        </p:nvPicPr>
        <p:blipFill rotWithShape="1">
          <a:blip r:embed="rId24">
            <a:alphaModFix/>
          </a:blip>
          <a:srcRect b="0" l="0" r="0" t="0"/>
          <a:stretch/>
        </p:blipFill>
        <p:spPr>
          <a:xfrm>
            <a:off x="4939728" y="3684269"/>
            <a:ext cx="685800" cy="685800"/>
          </a:xfrm>
          <a:prstGeom prst="rect">
            <a:avLst/>
          </a:prstGeom>
          <a:noFill/>
          <a:ln>
            <a:noFill/>
          </a:ln>
        </p:spPr>
      </p:pic>
      <p:pic>
        <p:nvPicPr>
          <p:cNvPr id="1052" name="Google Shape;1052;p81"/>
          <p:cNvPicPr preferRelativeResize="0"/>
          <p:nvPr/>
        </p:nvPicPr>
        <p:blipFill rotWithShape="1">
          <a:blip r:embed="rId25">
            <a:alphaModFix/>
          </a:blip>
          <a:srcRect b="0" l="0" r="0" t="0"/>
          <a:stretch/>
        </p:blipFill>
        <p:spPr>
          <a:xfrm>
            <a:off x="6260090" y="3764057"/>
            <a:ext cx="885825" cy="685800"/>
          </a:xfrm>
          <a:prstGeom prst="rect">
            <a:avLst/>
          </a:prstGeom>
          <a:noFill/>
          <a:ln>
            <a:noFill/>
          </a:ln>
        </p:spPr>
      </p:pic>
      <p:pic>
        <p:nvPicPr>
          <p:cNvPr id="1053" name="Google Shape;1053;p81"/>
          <p:cNvPicPr preferRelativeResize="0"/>
          <p:nvPr/>
        </p:nvPicPr>
        <p:blipFill rotWithShape="1">
          <a:blip r:embed="rId26">
            <a:alphaModFix/>
          </a:blip>
          <a:srcRect b="0" l="0" r="0" t="0"/>
          <a:stretch/>
        </p:blipFill>
        <p:spPr>
          <a:xfrm>
            <a:off x="7809900" y="3684269"/>
            <a:ext cx="685800" cy="6858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82"/>
          <p:cNvSpPr txBox="1"/>
          <p:nvPr/>
        </p:nvSpPr>
        <p:spPr>
          <a:xfrm>
            <a:off x="371669" y="92129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JavaScript</a:t>
            </a:r>
            <a:endParaRPr sz="1100"/>
          </a:p>
        </p:txBody>
      </p:sp>
      <p:sp>
        <p:nvSpPr>
          <p:cNvPr id="1059" name="Google Shape;1059;p82"/>
          <p:cNvSpPr txBox="1"/>
          <p:nvPr/>
        </p:nvSpPr>
        <p:spPr>
          <a:xfrm>
            <a:off x="371669" y="1972613"/>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Expense</a:t>
            </a:r>
            <a:endParaRPr sz="1100"/>
          </a:p>
        </p:txBody>
      </p:sp>
      <p:sp>
        <p:nvSpPr>
          <p:cNvPr id="1060" name="Google Shape;1060;p82"/>
          <p:cNvSpPr txBox="1"/>
          <p:nvPr/>
        </p:nvSpPr>
        <p:spPr>
          <a:xfrm>
            <a:off x="1829980" y="92129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.NET</a:t>
            </a:r>
            <a:endParaRPr sz="1100"/>
          </a:p>
        </p:txBody>
      </p:sp>
      <p:sp>
        <p:nvSpPr>
          <p:cNvPr id="1061" name="Google Shape;1061;p82"/>
          <p:cNvSpPr txBox="1"/>
          <p:nvPr/>
        </p:nvSpPr>
        <p:spPr>
          <a:xfrm>
            <a:off x="3288290" y="92129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Scala</a:t>
            </a:r>
            <a:endParaRPr sz="1100"/>
          </a:p>
        </p:txBody>
      </p:sp>
      <p:sp>
        <p:nvSpPr>
          <p:cNvPr id="1062" name="Google Shape;1062;p82"/>
          <p:cNvSpPr txBox="1"/>
          <p:nvPr/>
        </p:nvSpPr>
        <p:spPr>
          <a:xfrm>
            <a:off x="4730835" y="92129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Perl</a:t>
            </a:r>
            <a:endParaRPr sz="1100"/>
          </a:p>
        </p:txBody>
      </p:sp>
      <p:sp>
        <p:nvSpPr>
          <p:cNvPr id="1063" name="Google Shape;1063;p82"/>
          <p:cNvSpPr txBox="1"/>
          <p:nvPr/>
        </p:nvSpPr>
        <p:spPr>
          <a:xfrm>
            <a:off x="6197029" y="92129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SDKs</a:t>
            </a:r>
            <a:endParaRPr b="0" i="0" sz="1100" u="none" cap="none" strike="noStrike">
              <a:solidFill>
                <a:srgbClr val="000000"/>
              </a:solidFill>
              <a:latin typeface="Arial"/>
              <a:ea typeface="Arial"/>
              <a:cs typeface="Arial"/>
              <a:sym typeface="Arial"/>
            </a:endParaRPr>
          </a:p>
        </p:txBody>
      </p:sp>
      <p:sp>
        <p:nvSpPr>
          <p:cNvPr id="1064" name="Google Shape;1064;p82"/>
          <p:cNvSpPr txBox="1"/>
          <p:nvPr/>
        </p:nvSpPr>
        <p:spPr>
          <a:xfrm>
            <a:off x="7639574" y="921299"/>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Travel</a:t>
            </a:r>
            <a:endParaRPr b="0" i="0" sz="1100" u="none" cap="none" strike="noStrike">
              <a:solidFill>
                <a:srgbClr val="000000"/>
              </a:solidFill>
              <a:latin typeface="Arial"/>
              <a:ea typeface="Arial"/>
              <a:cs typeface="Arial"/>
              <a:sym typeface="Arial"/>
            </a:endParaRPr>
          </a:p>
        </p:txBody>
      </p:sp>
      <p:sp>
        <p:nvSpPr>
          <p:cNvPr id="1065" name="Google Shape;1065;p82"/>
          <p:cNvSpPr txBox="1"/>
          <p:nvPr/>
        </p:nvSpPr>
        <p:spPr>
          <a:xfrm>
            <a:off x="1908369" y="1972613"/>
            <a:ext cx="1103700" cy="1923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Arial"/>
                <a:ea typeface="Arial"/>
                <a:cs typeface="Arial"/>
                <a:sym typeface="Arial"/>
              </a:rPr>
              <a:t>Q&amp;A</a:t>
            </a:r>
            <a:endParaRPr sz="1100"/>
          </a:p>
        </p:txBody>
      </p:sp>
      <p:pic>
        <p:nvPicPr>
          <p:cNvPr id="1066" name="Google Shape;1066;p82"/>
          <p:cNvPicPr preferRelativeResize="0"/>
          <p:nvPr/>
        </p:nvPicPr>
        <p:blipFill rotWithShape="1">
          <a:blip r:embed="rId3">
            <a:alphaModFix/>
          </a:blip>
          <a:srcRect b="0" l="0" r="0" t="0"/>
          <a:stretch/>
        </p:blipFill>
        <p:spPr>
          <a:xfrm>
            <a:off x="580562" y="327832"/>
            <a:ext cx="685800" cy="685800"/>
          </a:xfrm>
          <a:prstGeom prst="rect">
            <a:avLst/>
          </a:prstGeom>
          <a:noFill/>
          <a:ln>
            <a:noFill/>
          </a:ln>
        </p:spPr>
      </p:pic>
      <p:pic>
        <p:nvPicPr>
          <p:cNvPr id="1067" name="Google Shape;1067;p82"/>
          <p:cNvPicPr preferRelativeResize="0"/>
          <p:nvPr/>
        </p:nvPicPr>
        <p:blipFill rotWithShape="1">
          <a:blip r:embed="rId4">
            <a:alphaModFix/>
          </a:blip>
          <a:srcRect b="0" l="0" r="0" t="0"/>
          <a:stretch/>
        </p:blipFill>
        <p:spPr>
          <a:xfrm>
            <a:off x="3497183" y="327832"/>
            <a:ext cx="685800" cy="685800"/>
          </a:xfrm>
          <a:prstGeom prst="rect">
            <a:avLst/>
          </a:prstGeom>
          <a:noFill/>
          <a:ln>
            <a:noFill/>
          </a:ln>
        </p:spPr>
      </p:pic>
      <p:pic>
        <p:nvPicPr>
          <p:cNvPr id="1068" name="Google Shape;1068;p82"/>
          <p:cNvPicPr preferRelativeResize="0"/>
          <p:nvPr/>
        </p:nvPicPr>
        <p:blipFill rotWithShape="1">
          <a:blip r:embed="rId5">
            <a:alphaModFix/>
          </a:blip>
          <a:srcRect b="0" l="0" r="0" t="0"/>
          <a:stretch/>
        </p:blipFill>
        <p:spPr>
          <a:xfrm>
            <a:off x="4939728" y="327832"/>
            <a:ext cx="685800" cy="685800"/>
          </a:xfrm>
          <a:prstGeom prst="rect">
            <a:avLst/>
          </a:prstGeom>
          <a:noFill/>
          <a:ln>
            <a:noFill/>
          </a:ln>
        </p:spPr>
      </p:pic>
      <p:pic>
        <p:nvPicPr>
          <p:cNvPr id="1069" name="Google Shape;1069;p82"/>
          <p:cNvPicPr preferRelativeResize="0"/>
          <p:nvPr/>
        </p:nvPicPr>
        <p:blipFill rotWithShape="1">
          <a:blip r:embed="rId6">
            <a:alphaModFix/>
          </a:blip>
          <a:srcRect b="0" l="0" r="0" t="0"/>
          <a:stretch/>
        </p:blipFill>
        <p:spPr>
          <a:xfrm>
            <a:off x="6405922" y="327832"/>
            <a:ext cx="685800" cy="685800"/>
          </a:xfrm>
          <a:prstGeom prst="rect">
            <a:avLst/>
          </a:prstGeom>
          <a:noFill/>
          <a:ln>
            <a:noFill/>
          </a:ln>
        </p:spPr>
      </p:pic>
      <p:pic>
        <p:nvPicPr>
          <p:cNvPr id="1070" name="Google Shape;1070;p82"/>
          <p:cNvPicPr preferRelativeResize="0"/>
          <p:nvPr/>
        </p:nvPicPr>
        <p:blipFill rotWithShape="1">
          <a:blip r:embed="rId7">
            <a:alphaModFix/>
          </a:blip>
          <a:srcRect b="0" l="0" r="0" t="0"/>
          <a:stretch/>
        </p:blipFill>
        <p:spPr>
          <a:xfrm>
            <a:off x="7800692" y="326134"/>
            <a:ext cx="685800" cy="685800"/>
          </a:xfrm>
          <a:prstGeom prst="rect">
            <a:avLst/>
          </a:prstGeom>
          <a:noFill/>
          <a:ln>
            <a:noFill/>
          </a:ln>
        </p:spPr>
      </p:pic>
      <p:pic>
        <p:nvPicPr>
          <p:cNvPr id="1071" name="Google Shape;1071;p82"/>
          <p:cNvPicPr preferRelativeResize="0"/>
          <p:nvPr/>
        </p:nvPicPr>
        <p:blipFill rotWithShape="1">
          <a:blip r:embed="rId8">
            <a:alphaModFix/>
          </a:blip>
          <a:srcRect b="0" l="0" r="0" t="0"/>
          <a:stretch/>
        </p:blipFill>
        <p:spPr>
          <a:xfrm>
            <a:off x="599069" y="1379146"/>
            <a:ext cx="685800" cy="685800"/>
          </a:xfrm>
          <a:prstGeom prst="rect">
            <a:avLst/>
          </a:prstGeom>
          <a:noFill/>
          <a:ln>
            <a:noFill/>
          </a:ln>
        </p:spPr>
      </p:pic>
      <p:pic>
        <p:nvPicPr>
          <p:cNvPr id="1072" name="Google Shape;1072;p82"/>
          <p:cNvPicPr preferRelativeResize="0"/>
          <p:nvPr/>
        </p:nvPicPr>
        <p:blipFill rotWithShape="1">
          <a:blip r:embed="rId9">
            <a:alphaModFix/>
          </a:blip>
          <a:srcRect b="0" l="0" r="0" t="0"/>
          <a:stretch/>
        </p:blipFill>
        <p:spPr>
          <a:xfrm>
            <a:off x="2117262" y="1379146"/>
            <a:ext cx="685800" cy="685800"/>
          </a:xfrm>
          <a:prstGeom prst="rect">
            <a:avLst/>
          </a:prstGeom>
          <a:noFill/>
          <a:ln>
            <a:noFill/>
          </a:ln>
        </p:spPr>
      </p:pic>
      <p:pic>
        <p:nvPicPr>
          <p:cNvPr id="1073" name="Google Shape;1073;p82"/>
          <p:cNvPicPr preferRelativeResize="0"/>
          <p:nvPr/>
        </p:nvPicPr>
        <p:blipFill rotWithShape="1">
          <a:blip r:embed="rId10">
            <a:alphaModFix/>
          </a:blip>
          <a:srcRect b="0" l="0" r="0" t="0"/>
          <a:stretch/>
        </p:blipFill>
        <p:spPr>
          <a:xfrm>
            <a:off x="2061983" y="396612"/>
            <a:ext cx="685800" cy="685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ouchbase Colors">
      <a:dk1>
        <a:srgbClr val="000000"/>
      </a:dk1>
      <a:lt1>
        <a:srgbClr val="FFFFFF"/>
      </a:lt1>
      <a:dk2>
        <a:srgbClr val="000000"/>
      </a:dk2>
      <a:lt2>
        <a:srgbClr val="E5E5E5"/>
      </a:lt2>
      <a:accent1>
        <a:srgbClr val="CECECE"/>
      </a:accent1>
      <a:accent2>
        <a:srgbClr val="EC1218"/>
      </a:accent2>
      <a:accent3>
        <a:srgbClr val="FC9C0C"/>
      </a:accent3>
      <a:accent4>
        <a:srgbClr val="FFF0DB"/>
      </a:accent4>
      <a:accent5>
        <a:srgbClr val="E5E5E5"/>
      </a:accent5>
      <a:accent6>
        <a:srgbClr val="BA0E12"/>
      </a:accent6>
      <a:hlink>
        <a:srgbClr val="666666"/>
      </a:hlink>
      <a:folHlink>
        <a:srgbClr val="CCCC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